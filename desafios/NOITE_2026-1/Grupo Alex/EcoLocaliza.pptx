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94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560320" cy="2560320"/>
          </a:xfrm>
          <a:prstGeom prst="ellipse">
            <a:avLst/>
          </a:prstGeom>
          <a:solidFill>
            <a:srgbClr val="4A8C4B">
              <a:alpha val="25000"/>
            </a:srgbClr>
          </a:solidFill>
          <a:ln w="12700">
            <a:solidFill>
              <a:srgbClr val="4A8C4B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315200" y="2743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76373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6FB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EcoLocaliza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Geográfica para o Descarte de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Resíduos</a:t>
            </a:r>
            <a:endParaRPr lang="en-US" sz="2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Galdino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Silva – 01813252</a:t>
            </a:r>
          </a:p>
          <a:p>
            <a:pPr marL="0" indent="0" algn="l">
              <a:buNone/>
            </a:pP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Renan Guilherme de Oliveira Rocha – 01830996</a:t>
            </a:r>
          </a:p>
          <a:p>
            <a:endParaRPr lang="pt-BR" sz="10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pt-BR" sz="1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Willams</a:t>
            </a:r>
            <a:r>
              <a:rPr lang="pt-BR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Matheus Bandeira Reis – 01817019</a:t>
            </a:r>
          </a:p>
          <a:p>
            <a:pPr>
              <a:spcAft>
                <a:spcPts val="1000"/>
              </a:spcAft>
            </a:pPr>
            <a:r>
              <a:rPr lang="pt-BR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Davi Mutran Pontual - 01809878</a:t>
            </a:r>
          </a:p>
          <a:p>
            <a:endParaRPr lang="pt-BR" sz="1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9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cidadãos a pontos de descarte adequados via Flask, MVC e Docker.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905256" cy="329184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 w="12700">
            <a:solidFill>
              <a:srgbClr val="6FBF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566160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B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728216" y="3566160"/>
            <a:ext cx="800100" cy="329184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 w="12700">
            <a:solidFill>
              <a:srgbClr val="6FBF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28216" y="3566160"/>
            <a:ext cx="80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B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11196" y="3566160"/>
            <a:ext cx="589788" cy="329184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 w="12700">
            <a:solidFill>
              <a:srgbClr val="6FBF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11196" y="3566160"/>
            <a:ext cx="589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B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83864" y="3566160"/>
            <a:ext cx="905256" cy="329184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 w="12700">
            <a:solidFill>
              <a:srgbClr val="6FBF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83864" y="3566160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B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3566160"/>
            <a:ext cx="1851660" cy="329184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 w="12700">
            <a:solidFill>
              <a:srgbClr val="6FBF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3566160"/>
            <a:ext cx="1851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B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8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Projeto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do Descarte Humano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4300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35608" y="1252728"/>
            <a:ext cx="694944" cy="694944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223" y="1374343"/>
            <a:ext cx="451714" cy="451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212140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Informação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1792" y="2724912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parte da população quer descartar resíduos especiais (eletrônicos, óleo, pilhas) corretamente, mas não sabe onde estão os postos.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55848" y="114300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34256" y="1252728"/>
            <a:ext cx="694944" cy="694944"/>
          </a:xfrm>
          <a:prstGeom prst="ellipse">
            <a:avLst/>
          </a:prstGeom>
          <a:solidFill>
            <a:srgbClr val="FFECB3"/>
          </a:solidFill>
          <a:ln w="12700">
            <a:solidFill>
              <a:srgbClr val="FFECB3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5871" y="1374343"/>
            <a:ext cx="451714" cy="4517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212140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Ambiental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20440" y="2724912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descarte incorreto degrada o solo, polui lençóis freáticos e afeta a biodiversidade local.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54496" y="114300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232904" y="1252728"/>
            <a:ext cx="694944" cy="694944"/>
          </a:xfrm>
          <a:prstGeom prst="ellipse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4519" y="1374343"/>
            <a:ext cx="451714" cy="45171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9088" y="212140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EcoLocaliza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19088" y="2724912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intuitiva e veloz que identifica a posição exata do usuário para mapear e indicar os ecopontos mais próximos.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C5F2D">
              <a:alpha val="25000"/>
            </a:srgbClr>
          </a:solidFill>
          <a:ln w="12700">
            <a:solidFill>
              <a:srgbClr val="2C5F2D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FB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 do Usuário: Da Entrada à Expedição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Usuário (UX/UI)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FB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45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1490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Seguro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57400" y="189280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login inspirada na natureza ("Iniciar Expedição") que protege os dados do usuário.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32888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532888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FB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76148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Intuitivo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057400" y="3008376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limpo, sem poluição visual, focado na experiência e na usabilidade.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648456"/>
            <a:ext cx="8229600" cy="987552"/>
          </a:xfrm>
          <a:prstGeom prst="roundRect">
            <a:avLst>
              <a:gd name="adj" fmla="val 11111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" y="3648456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FB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877056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7400" y="37216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 Instantânea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057400" y="4123944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solicitada após login, garantindo maior taxa de aceitação e privacidade.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Interna com MVC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51760" cy="354787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1298448"/>
            <a:ext cx="658368" cy="6583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44752" y="1298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54203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944368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as credenciais de acesso e a lógica de armazenamento das coordenadas geográficas enviadas pelo dispositivo do usuário.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115568"/>
            <a:ext cx="2651760" cy="3547872"/>
          </a:xfrm>
          <a:prstGeom prst="rect">
            <a:avLst/>
          </a:prstGeom>
          <a:solidFill>
            <a:srgbClr val="E0F2F1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298448"/>
            <a:ext cx="658368" cy="658368"/>
          </a:xfrm>
          <a:prstGeom prst="ellipse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298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38728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54203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Visual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944368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dinâmicas em HTML5, CSS3 temático e JavaScript para renderização do mapa em tempo real com marcadores interativos.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54496" y="1115568"/>
            <a:ext cx="2651760" cy="3547872"/>
          </a:xfrm>
          <a:prstGeom prst="rect">
            <a:avLst/>
          </a:prstGeom>
          <a:solidFill>
            <a:srgbClr val="E8EAF6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42048" y="1298448"/>
            <a:ext cx="658368" cy="65836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2984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37376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19088" y="254203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da Lógica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2944368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do sistema. Intercepta requisições, valida a sessão e gerencia a comunicação com o servidor Flask.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2651760"/>
            <a:ext cx="0" cy="0"/>
          </a:xfrm>
          <a:prstGeom prst="rect">
            <a:avLst/>
          </a:prstGeom>
          <a:solidFill>
            <a:srgbClr val="2C5F2D"/>
          </a:solidFill>
          <a:ln w="19050">
            <a:solidFill>
              <a:srgbClr val="4A8C4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07608" y="2651760"/>
            <a:ext cx="0" cy="0"/>
          </a:xfrm>
          <a:prstGeom prst="rect">
            <a:avLst/>
          </a:prstGeom>
          <a:solidFill>
            <a:srgbClr val="2C5F2D"/>
          </a:solidFill>
          <a:ln w="19050">
            <a:solidFill>
              <a:srgbClr val="4A8C4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6177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D6EDD6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6177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Essa separação garante código limpo, testável e altamente escalável para futuras expansões.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2C5F2D">
              <a:alpha val="25000"/>
            </a:srgbClr>
          </a:solidFill>
          <a:ln w="12700">
            <a:solidFill>
              <a:srgbClr val="2C5F2D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FB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Tecnológico: Python &amp; Flask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 — Backend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E5E3A"/>
          </a:solidFill>
          <a:ln w="12700">
            <a:solidFill>
              <a:srgbClr val="4A8C4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276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8470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robusta e legível, ideal para manipulação de dados de geolocalização e integrações com APIs externas.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8716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4A30"/>
          </a:solidFill>
          <a:ln w="12700">
            <a:solidFill>
              <a:srgbClr val="4A8C4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88336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Framework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296265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Micro-framework minimalista que dá liberdade para estruturar a arquitetura MVC sem o peso de ferramentas desnecessárias.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64D34"/>
          </a:solidFill>
          <a:ln w="12700">
            <a:solidFill>
              <a:srgbClr val="4A8C4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03904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&amp; Segurança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407822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nativo de autenticação de usuários para evitar acessos não autorizados ao painel de mapas e dados.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Precisão e Interatividade no Frontend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1280160"/>
            <a:ext cx="768096" cy="768096"/>
          </a:xfrm>
          <a:prstGeom prst="ellipse">
            <a:avLst/>
          </a:prstGeom>
          <a:solidFill>
            <a:srgbClr val="D4EFDA"/>
          </a:solidFill>
          <a:ln w="12700">
            <a:solidFill>
              <a:srgbClr val="D4EFD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449" y="1414577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23113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Geolocation API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" y="2816352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as coordenadas nativas de latitude e longitude do dispositivo (via GPS em celulares ou triangulação de rede em desktops).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11556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280160"/>
            <a:ext cx="768096" cy="768096"/>
          </a:xfrm>
          <a:prstGeom prst="ellipse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097" y="1414577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23113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JavaScript API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2816352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coordenadas puras em mapa visual interativo, inserindo marcadores (pins) precisos na tela em tempo real.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4496" y="111556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6328" y="1280160"/>
            <a:ext cx="768096" cy="768096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745" y="1414577"/>
            <a:ext cx="499262" cy="499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223113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Assíncrona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19088" y="2816352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coordenadas em segundo plano para o servidor Flask, sem necessidade de recarregar a página — experiência fluida.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474720"/>
            <a:ext cx="2926080" cy="2926080"/>
          </a:xfrm>
          <a:prstGeom prst="ellipse">
            <a:avLst/>
          </a:prstGeom>
          <a:solidFill>
            <a:srgbClr val="2C5F2D">
              <a:alpha val="25000"/>
            </a:srgbClr>
          </a:solidFill>
          <a:ln w="12700">
            <a:solidFill>
              <a:srgbClr val="2C5F2D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FB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e Portabilidade via Containers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Moderna com Docker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949440" y="228600"/>
            <a:ext cx="1737360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8C4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72768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44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Isolado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17320" y="18470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aplicação (Python, Flask, dependências) roda isolada dentro de um container leve, sem interferir no sistema operacional.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48716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8C4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88336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560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em Tempo Real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417320" y="296265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espelhamento que permite atualizar códigos de design instantaneamente sem reconstruir o container.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4A8C4B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03904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Conflitos de Ambiente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417320" y="407822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do "funciona na minha máquina". O projeto roda igual no notebook do dev ou em servidores de nuvem de produção.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FB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Futuro do EcoLocaliza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1307592"/>
            <a:ext cx="768096" cy="768096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449" y="14420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26771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Real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" y="2798064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PostgreSQL/PostGIS para armazenar milhares de ecopontos cadastrados no Brasil.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55848" y="1115568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307592"/>
            <a:ext cx="768096" cy="768096"/>
          </a:xfrm>
          <a:prstGeom prst="ellipse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097" y="144200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26771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Rotas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2798064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API do Google para traçar o caminho mais curto a pé ou de carro até o ecoponto.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54496" y="1115568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6328" y="1307592"/>
            <a:ext cx="768096" cy="768096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745" y="1442009"/>
            <a:ext cx="499262" cy="499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226771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19088" y="2798064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5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pontos e recompensas para usuários que comprovarem descartes corretos nos ecopontos parceiros.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6177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1A3C2E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B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EcoLocaliza — Tecnologia a serviço do meio ambiente 🌿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597</Words>
  <Application>Microsoft Office PowerPoint</Application>
  <PresentationFormat>Apresentação na tela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EcoLocaliza</dc:title>
  <dc:subject>PptxGenJS Presentation</dc:subject>
  <dc:creator>PptxGenJS</dc:creator>
  <cp:lastModifiedBy>alex silva</cp:lastModifiedBy>
  <cp:revision>2</cp:revision>
  <dcterms:created xsi:type="dcterms:W3CDTF">2026-06-10T00:12:30Z</dcterms:created>
  <dcterms:modified xsi:type="dcterms:W3CDTF">2026-06-10T22:32:57Z</dcterms:modified>
</cp:coreProperties>
</file>