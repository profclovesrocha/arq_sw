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embeddedFontLst>
    <p:embeddedFont>
      <p:font typeface="Open Sans" charset="1" panose="00000000000000000000"/>
      <p:regular r:id="rId12"/>
    </p:embeddedFont>
    <p:embeddedFont>
      <p:font typeface="DM Sans" charset="1" panose="00000000000000000000"/>
      <p:regular r:id="rId13"/>
    </p:embeddedFont>
    <p:embeddedFont>
      <p:font typeface="DM Sans Bold" charset="1" panose="0000000000000000000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8.png" Type="http://schemas.openxmlformats.org/officeDocument/2006/relationships/image"/><Relationship Id="rId7" Target="../media/image9.png" Type="http://schemas.openxmlformats.org/officeDocument/2006/relationships/image"/><Relationship Id="rId8" Target="../media/image1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png" Type="http://schemas.openxmlformats.org/officeDocument/2006/relationships/image"/><Relationship Id="rId12" Target="../media/image17.png" Type="http://schemas.openxmlformats.org/officeDocument/2006/relationships/image"/><Relationship Id="rId13" Target="../media/image18.png" Type="http://schemas.openxmlformats.org/officeDocument/2006/relationships/image"/><Relationship Id="rId14" Target="../media/image19.svg" Type="http://schemas.openxmlformats.org/officeDocument/2006/relationships/image"/><Relationship Id="rId15" Target="../media/image20.svg" Type="http://schemas.openxmlformats.org/officeDocument/2006/relationships/image"/><Relationship Id="rId16" Target="../media/image21.png" Type="http://schemas.openxmlformats.org/officeDocument/2006/relationships/image"/><Relationship Id="rId17" Target="../media/image22.png" Type="http://schemas.openxmlformats.org/officeDocument/2006/relationships/image"/><Relationship Id="rId18" Target="../media/image23.png" Type="http://schemas.openxmlformats.org/officeDocument/2006/relationships/image"/><Relationship Id="rId19" Target="../media/image24.png" Type="http://schemas.openxmlformats.org/officeDocument/2006/relationships/image"/><Relationship Id="rId2" Target="../media/image1.png" Type="http://schemas.openxmlformats.org/officeDocument/2006/relationships/image"/><Relationship Id="rId20" Target="../media/image25.svg" Type="http://schemas.openxmlformats.org/officeDocument/2006/relationships/image"/><Relationship Id="rId21" Target="../media/image26.svg" Type="http://schemas.openxmlformats.org/officeDocument/2006/relationships/image"/><Relationship Id="rId22" Target="../media/image27.png" Type="http://schemas.openxmlformats.org/officeDocument/2006/relationships/image"/><Relationship Id="rId23" Target="../media/image28.png" Type="http://schemas.openxmlformats.org/officeDocument/2006/relationships/image"/><Relationship Id="rId24" Target="../media/image29.png" Type="http://schemas.openxmlformats.org/officeDocument/2006/relationships/image"/><Relationship Id="rId25" Target="../media/image30.png" Type="http://schemas.openxmlformats.org/officeDocument/2006/relationships/image"/><Relationship Id="rId26" Target="../media/image31.svg" Type="http://schemas.openxmlformats.org/officeDocument/2006/relationships/image"/><Relationship Id="rId27" Target="../media/image32.png" Type="http://schemas.openxmlformats.org/officeDocument/2006/relationships/image"/><Relationship Id="rId28" Target="../media/image33.svg" Type="http://schemas.openxmlformats.org/officeDocument/2006/relationships/image"/><Relationship Id="rId29" Target="../media/image34.png" Type="http://schemas.openxmlformats.org/officeDocument/2006/relationships/image"/><Relationship Id="rId3" Target="../media/image2.svg" Type="http://schemas.openxmlformats.org/officeDocument/2006/relationships/image"/><Relationship Id="rId30" Target="../media/image35.svg" Type="http://schemas.openxmlformats.org/officeDocument/2006/relationships/image"/><Relationship Id="rId31" Target="../media/image36.svg" Type="http://schemas.openxmlformats.org/officeDocument/2006/relationships/image"/><Relationship Id="rId32" Target="../media/image37.svg" Type="http://schemas.openxmlformats.org/officeDocument/2006/relationships/image"/><Relationship Id="rId33" Target="../media/image38.sv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3.svg" Type="http://schemas.openxmlformats.org/officeDocument/2006/relationships/image"/><Relationship Id="rId100" Target="../media/image133.svg" Type="http://schemas.openxmlformats.org/officeDocument/2006/relationships/image"/><Relationship Id="rId101" Target="../media/image134.png" Type="http://schemas.openxmlformats.org/officeDocument/2006/relationships/image"/><Relationship Id="rId102" Target="../media/image135.svg" Type="http://schemas.openxmlformats.org/officeDocument/2006/relationships/image"/><Relationship Id="rId103" Target="../media/image136.png" Type="http://schemas.openxmlformats.org/officeDocument/2006/relationships/image"/><Relationship Id="rId104" Target="../media/image137.svg" Type="http://schemas.openxmlformats.org/officeDocument/2006/relationships/image"/><Relationship Id="rId105" Target="../media/image138.png" Type="http://schemas.openxmlformats.org/officeDocument/2006/relationships/image"/><Relationship Id="rId106" Target="../media/image139.svg" Type="http://schemas.openxmlformats.org/officeDocument/2006/relationships/image"/><Relationship Id="rId107" Target="../media/image140.png" Type="http://schemas.openxmlformats.org/officeDocument/2006/relationships/image"/><Relationship Id="rId108" Target="../media/image141.svg" Type="http://schemas.openxmlformats.org/officeDocument/2006/relationships/image"/><Relationship Id="rId109" Target="../media/image142.png" Type="http://schemas.openxmlformats.org/officeDocument/2006/relationships/image"/><Relationship Id="rId11" Target="../media/image44.png" Type="http://schemas.openxmlformats.org/officeDocument/2006/relationships/image"/><Relationship Id="rId110" Target="../media/image143.svg" Type="http://schemas.openxmlformats.org/officeDocument/2006/relationships/image"/><Relationship Id="rId111" Target="../media/image144.png" Type="http://schemas.openxmlformats.org/officeDocument/2006/relationships/image"/><Relationship Id="rId112" Target="../media/image145.svg" Type="http://schemas.openxmlformats.org/officeDocument/2006/relationships/image"/><Relationship Id="rId113" Target="../media/image146.png" Type="http://schemas.openxmlformats.org/officeDocument/2006/relationships/image"/><Relationship Id="rId114" Target="../media/image147.png" Type="http://schemas.openxmlformats.org/officeDocument/2006/relationships/image"/><Relationship Id="rId115" Target="../media/image148.svg" Type="http://schemas.openxmlformats.org/officeDocument/2006/relationships/image"/><Relationship Id="rId116" Target="../media/image149.png" Type="http://schemas.openxmlformats.org/officeDocument/2006/relationships/image"/><Relationship Id="rId117" Target="../media/image150.svg" Type="http://schemas.openxmlformats.org/officeDocument/2006/relationships/image"/><Relationship Id="rId118" Target="../media/image151.png" Type="http://schemas.openxmlformats.org/officeDocument/2006/relationships/image"/><Relationship Id="rId119" Target="../media/image152.svg" Type="http://schemas.openxmlformats.org/officeDocument/2006/relationships/image"/><Relationship Id="rId12" Target="../media/image45.svg" Type="http://schemas.openxmlformats.org/officeDocument/2006/relationships/image"/><Relationship Id="rId120" Target="../media/image153.png" Type="http://schemas.openxmlformats.org/officeDocument/2006/relationships/image"/><Relationship Id="rId121" Target="../media/image154.svg" Type="http://schemas.openxmlformats.org/officeDocument/2006/relationships/image"/><Relationship Id="rId122" Target="../media/image155.png" Type="http://schemas.openxmlformats.org/officeDocument/2006/relationships/image"/><Relationship Id="rId123" Target="../media/image156.svg" Type="http://schemas.openxmlformats.org/officeDocument/2006/relationships/image"/><Relationship Id="rId124" Target="../media/image157.png" Type="http://schemas.openxmlformats.org/officeDocument/2006/relationships/image"/><Relationship Id="rId125" Target="../media/image158.svg" Type="http://schemas.openxmlformats.org/officeDocument/2006/relationships/image"/><Relationship Id="rId126" Target="../media/image159.png" Type="http://schemas.openxmlformats.org/officeDocument/2006/relationships/image"/><Relationship Id="rId127" Target="../media/image160.svg" Type="http://schemas.openxmlformats.org/officeDocument/2006/relationships/image"/><Relationship Id="rId128" Target="../media/image161.png" Type="http://schemas.openxmlformats.org/officeDocument/2006/relationships/image"/><Relationship Id="rId129" Target="../media/image162.svg" Type="http://schemas.openxmlformats.org/officeDocument/2006/relationships/image"/><Relationship Id="rId13" Target="../media/image46.png" Type="http://schemas.openxmlformats.org/officeDocument/2006/relationships/image"/><Relationship Id="rId130" Target="../media/image163.png" Type="http://schemas.openxmlformats.org/officeDocument/2006/relationships/image"/><Relationship Id="rId131" Target="../media/image164.svg" Type="http://schemas.openxmlformats.org/officeDocument/2006/relationships/image"/><Relationship Id="rId132" Target="../media/image165.png" Type="http://schemas.openxmlformats.org/officeDocument/2006/relationships/image"/><Relationship Id="rId133" Target="../media/image166.svg" Type="http://schemas.openxmlformats.org/officeDocument/2006/relationships/image"/><Relationship Id="rId134" Target="../media/image167.png" Type="http://schemas.openxmlformats.org/officeDocument/2006/relationships/image"/><Relationship Id="rId135" Target="../media/image168.svg" Type="http://schemas.openxmlformats.org/officeDocument/2006/relationships/image"/><Relationship Id="rId136" Target="../media/image169.png" Type="http://schemas.openxmlformats.org/officeDocument/2006/relationships/image"/><Relationship Id="rId137" Target="../media/image170.svg" Type="http://schemas.openxmlformats.org/officeDocument/2006/relationships/image"/><Relationship Id="rId138" Target="../media/image171.png" Type="http://schemas.openxmlformats.org/officeDocument/2006/relationships/image"/><Relationship Id="rId139" Target="../media/image172.svg" Type="http://schemas.openxmlformats.org/officeDocument/2006/relationships/image"/><Relationship Id="rId14" Target="../media/image47.svg" Type="http://schemas.openxmlformats.org/officeDocument/2006/relationships/image"/><Relationship Id="rId140" Target="../media/image173.png" Type="http://schemas.openxmlformats.org/officeDocument/2006/relationships/image"/><Relationship Id="rId141" Target="../media/image174.png" Type="http://schemas.openxmlformats.org/officeDocument/2006/relationships/image"/><Relationship Id="rId142" Target="../media/image175.svg" Type="http://schemas.openxmlformats.org/officeDocument/2006/relationships/image"/><Relationship Id="rId143" Target="../media/image176.png" Type="http://schemas.openxmlformats.org/officeDocument/2006/relationships/image"/><Relationship Id="rId144" Target="../media/image177.png" Type="http://schemas.openxmlformats.org/officeDocument/2006/relationships/image"/><Relationship Id="rId145" Target="../media/image178.svg" Type="http://schemas.openxmlformats.org/officeDocument/2006/relationships/image"/><Relationship Id="rId146" Target="../media/image179.png" Type="http://schemas.openxmlformats.org/officeDocument/2006/relationships/image"/><Relationship Id="rId147" Target="../media/image180.svg" Type="http://schemas.openxmlformats.org/officeDocument/2006/relationships/image"/><Relationship Id="rId148" Target="../media/image181.png" Type="http://schemas.openxmlformats.org/officeDocument/2006/relationships/image"/><Relationship Id="rId149" Target="../media/image182.svg" Type="http://schemas.openxmlformats.org/officeDocument/2006/relationships/image"/><Relationship Id="rId15" Target="../media/image48.png" Type="http://schemas.openxmlformats.org/officeDocument/2006/relationships/image"/><Relationship Id="rId150" Target="../media/image183.png" Type="http://schemas.openxmlformats.org/officeDocument/2006/relationships/image"/><Relationship Id="rId151" Target="../media/image184.svg" Type="http://schemas.openxmlformats.org/officeDocument/2006/relationships/image"/><Relationship Id="rId152" Target="../media/image185.png" Type="http://schemas.openxmlformats.org/officeDocument/2006/relationships/image"/><Relationship Id="rId153" Target="../media/image186.svg" Type="http://schemas.openxmlformats.org/officeDocument/2006/relationships/image"/><Relationship Id="rId154" Target="../media/image187.png" Type="http://schemas.openxmlformats.org/officeDocument/2006/relationships/image"/><Relationship Id="rId155" Target="../media/image188.svg" Type="http://schemas.openxmlformats.org/officeDocument/2006/relationships/image"/><Relationship Id="rId156" Target="../media/image189.png" Type="http://schemas.openxmlformats.org/officeDocument/2006/relationships/image"/><Relationship Id="rId157" Target="../media/image190.png" Type="http://schemas.openxmlformats.org/officeDocument/2006/relationships/image"/><Relationship Id="rId158" Target="../media/image191.svg" Type="http://schemas.openxmlformats.org/officeDocument/2006/relationships/image"/><Relationship Id="rId159" Target="../media/image192.png" Type="http://schemas.openxmlformats.org/officeDocument/2006/relationships/image"/><Relationship Id="rId16" Target="../media/image49.svg" Type="http://schemas.openxmlformats.org/officeDocument/2006/relationships/image"/><Relationship Id="rId160" Target="../media/image193.png" Type="http://schemas.openxmlformats.org/officeDocument/2006/relationships/image"/><Relationship Id="rId161" Target="../media/image194.svg" Type="http://schemas.openxmlformats.org/officeDocument/2006/relationships/image"/><Relationship Id="rId162" Target="../media/image195.png" Type="http://schemas.openxmlformats.org/officeDocument/2006/relationships/image"/><Relationship Id="rId163" Target="../media/image196.png" Type="http://schemas.openxmlformats.org/officeDocument/2006/relationships/image"/><Relationship Id="rId164" Target="../media/image197.svg" Type="http://schemas.openxmlformats.org/officeDocument/2006/relationships/image"/><Relationship Id="rId165" Target="../media/image198.png" Type="http://schemas.openxmlformats.org/officeDocument/2006/relationships/image"/><Relationship Id="rId166" Target="../media/image199.svg" Type="http://schemas.openxmlformats.org/officeDocument/2006/relationships/image"/><Relationship Id="rId167" Target="../media/image200.png" Type="http://schemas.openxmlformats.org/officeDocument/2006/relationships/image"/><Relationship Id="rId168" Target="../media/image201.svg" Type="http://schemas.openxmlformats.org/officeDocument/2006/relationships/image"/><Relationship Id="rId169" Target="../media/image202.png" Type="http://schemas.openxmlformats.org/officeDocument/2006/relationships/image"/><Relationship Id="rId17" Target="../media/image50.png" Type="http://schemas.openxmlformats.org/officeDocument/2006/relationships/image"/><Relationship Id="rId170" Target="../media/image203.svg" Type="http://schemas.openxmlformats.org/officeDocument/2006/relationships/image"/><Relationship Id="rId171" Target="../media/image204.png" Type="http://schemas.openxmlformats.org/officeDocument/2006/relationships/image"/><Relationship Id="rId172" Target="../media/image205.png" Type="http://schemas.openxmlformats.org/officeDocument/2006/relationships/image"/><Relationship Id="rId173" Target="../media/image206.png" Type="http://schemas.openxmlformats.org/officeDocument/2006/relationships/image"/><Relationship Id="rId174" Target="../media/image207.svg" Type="http://schemas.openxmlformats.org/officeDocument/2006/relationships/image"/><Relationship Id="rId18" Target="../media/image51.svg" Type="http://schemas.openxmlformats.org/officeDocument/2006/relationships/image"/><Relationship Id="rId19" Target="../media/image52.png" Type="http://schemas.openxmlformats.org/officeDocument/2006/relationships/image"/><Relationship Id="rId2" Target="../media/image1.png" Type="http://schemas.openxmlformats.org/officeDocument/2006/relationships/image"/><Relationship Id="rId20" Target="../media/image53.svg" Type="http://schemas.openxmlformats.org/officeDocument/2006/relationships/image"/><Relationship Id="rId21" Target="../media/image54.png" Type="http://schemas.openxmlformats.org/officeDocument/2006/relationships/image"/><Relationship Id="rId22" Target="../media/image55.svg" Type="http://schemas.openxmlformats.org/officeDocument/2006/relationships/image"/><Relationship Id="rId23" Target="../media/image56.png" Type="http://schemas.openxmlformats.org/officeDocument/2006/relationships/image"/><Relationship Id="rId24" Target="../media/image57.svg" Type="http://schemas.openxmlformats.org/officeDocument/2006/relationships/image"/><Relationship Id="rId25" Target="../media/image58.png" Type="http://schemas.openxmlformats.org/officeDocument/2006/relationships/image"/><Relationship Id="rId26" Target="../media/image59.svg" Type="http://schemas.openxmlformats.org/officeDocument/2006/relationships/image"/><Relationship Id="rId27" Target="../media/image60.png" Type="http://schemas.openxmlformats.org/officeDocument/2006/relationships/image"/><Relationship Id="rId28" Target="../media/image61.svg" Type="http://schemas.openxmlformats.org/officeDocument/2006/relationships/image"/><Relationship Id="rId29" Target="../media/image62.png" Type="http://schemas.openxmlformats.org/officeDocument/2006/relationships/image"/><Relationship Id="rId3" Target="../media/image2.svg" Type="http://schemas.openxmlformats.org/officeDocument/2006/relationships/image"/><Relationship Id="rId30" Target="../media/image63.svg" Type="http://schemas.openxmlformats.org/officeDocument/2006/relationships/image"/><Relationship Id="rId31" Target="../media/image64.png" Type="http://schemas.openxmlformats.org/officeDocument/2006/relationships/image"/><Relationship Id="rId32" Target="../media/image65.svg" Type="http://schemas.openxmlformats.org/officeDocument/2006/relationships/image"/><Relationship Id="rId33" Target="../media/image66.png" Type="http://schemas.openxmlformats.org/officeDocument/2006/relationships/image"/><Relationship Id="rId34" Target="../media/image67.svg" Type="http://schemas.openxmlformats.org/officeDocument/2006/relationships/image"/><Relationship Id="rId35" Target="../media/image68.png" Type="http://schemas.openxmlformats.org/officeDocument/2006/relationships/image"/><Relationship Id="rId36" Target="../media/image69.svg" Type="http://schemas.openxmlformats.org/officeDocument/2006/relationships/image"/><Relationship Id="rId37" Target="../media/image70.png" Type="http://schemas.openxmlformats.org/officeDocument/2006/relationships/image"/><Relationship Id="rId38" Target="../media/image71.svg" Type="http://schemas.openxmlformats.org/officeDocument/2006/relationships/image"/><Relationship Id="rId39" Target="../media/image72.png" Type="http://schemas.openxmlformats.org/officeDocument/2006/relationships/image"/><Relationship Id="rId4" Target="../media/image3.svg" Type="http://schemas.openxmlformats.org/officeDocument/2006/relationships/image"/><Relationship Id="rId40" Target="../media/image73.svg" Type="http://schemas.openxmlformats.org/officeDocument/2006/relationships/image"/><Relationship Id="rId41" Target="../media/image74.png" Type="http://schemas.openxmlformats.org/officeDocument/2006/relationships/image"/><Relationship Id="rId42" Target="../media/image75.svg" Type="http://schemas.openxmlformats.org/officeDocument/2006/relationships/image"/><Relationship Id="rId43" Target="../media/image76.png" Type="http://schemas.openxmlformats.org/officeDocument/2006/relationships/image"/><Relationship Id="rId44" Target="../media/image77.svg" Type="http://schemas.openxmlformats.org/officeDocument/2006/relationships/image"/><Relationship Id="rId45" Target="../media/image78.png" Type="http://schemas.openxmlformats.org/officeDocument/2006/relationships/image"/><Relationship Id="rId46" Target="../media/image79.svg" Type="http://schemas.openxmlformats.org/officeDocument/2006/relationships/image"/><Relationship Id="rId47" Target="../media/image80.png" Type="http://schemas.openxmlformats.org/officeDocument/2006/relationships/image"/><Relationship Id="rId48" Target="../media/image81.svg" Type="http://schemas.openxmlformats.org/officeDocument/2006/relationships/image"/><Relationship Id="rId49" Target="../media/image82.png" Type="http://schemas.openxmlformats.org/officeDocument/2006/relationships/image"/><Relationship Id="rId5" Target="../media/image4.png" Type="http://schemas.openxmlformats.org/officeDocument/2006/relationships/image"/><Relationship Id="rId50" Target="../media/image83.svg" Type="http://schemas.openxmlformats.org/officeDocument/2006/relationships/image"/><Relationship Id="rId51" Target="../media/image84.png" Type="http://schemas.openxmlformats.org/officeDocument/2006/relationships/image"/><Relationship Id="rId52" Target="../media/image85.svg" Type="http://schemas.openxmlformats.org/officeDocument/2006/relationships/image"/><Relationship Id="rId53" Target="../media/image86.png" Type="http://schemas.openxmlformats.org/officeDocument/2006/relationships/image"/><Relationship Id="rId54" Target="../media/image87.svg" Type="http://schemas.openxmlformats.org/officeDocument/2006/relationships/image"/><Relationship Id="rId55" Target="../media/image88.png" Type="http://schemas.openxmlformats.org/officeDocument/2006/relationships/image"/><Relationship Id="rId56" Target="../media/image89.png" Type="http://schemas.openxmlformats.org/officeDocument/2006/relationships/image"/><Relationship Id="rId57" Target="../media/image90.svg" Type="http://schemas.openxmlformats.org/officeDocument/2006/relationships/image"/><Relationship Id="rId58" Target="../media/image91.png" Type="http://schemas.openxmlformats.org/officeDocument/2006/relationships/image"/><Relationship Id="rId59" Target="../media/image92.svg" Type="http://schemas.openxmlformats.org/officeDocument/2006/relationships/image"/><Relationship Id="rId6" Target="../media/image39.png" Type="http://schemas.openxmlformats.org/officeDocument/2006/relationships/image"/><Relationship Id="rId60" Target="../media/image93.png" Type="http://schemas.openxmlformats.org/officeDocument/2006/relationships/image"/><Relationship Id="rId61" Target="../media/image94.svg" Type="http://schemas.openxmlformats.org/officeDocument/2006/relationships/image"/><Relationship Id="rId62" Target="../media/image95.png" Type="http://schemas.openxmlformats.org/officeDocument/2006/relationships/image"/><Relationship Id="rId63" Target="../media/image96.svg" Type="http://schemas.openxmlformats.org/officeDocument/2006/relationships/image"/><Relationship Id="rId64" Target="../media/image97.png" Type="http://schemas.openxmlformats.org/officeDocument/2006/relationships/image"/><Relationship Id="rId65" Target="../media/image98.svg" Type="http://schemas.openxmlformats.org/officeDocument/2006/relationships/image"/><Relationship Id="rId66" Target="../media/image99.png" Type="http://schemas.openxmlformats.org/officeDocument/2006/relationships/image"/><Relationship Id="rId67" Target="../media/image100.svg" Type="http://schemas.openxmlformats.org/officeDocument/2006/relationships/image"/><Relationship Id="rId68" Target="../media/image101.png" Type="http://schemas.openxmlformats.org/officeDocument/2006/relationships/image"/><Relationship Id="rId69" Target="../media/image102.svg" Type="http://schemas.openxmlformats.org/officeDocument/2006/relationships/image"/><Relationship Id="rId7" Target="../media/image40.png" Type="http://schemas.openxmlformats.org/officeDocument/2006/relationships/image"/><Relationship Id="rId70" Target="../media/image103.png" Type="http://schemas.openxmlformats.org/officeDocument/2006/relationships/image"/><Relationship Id="rId71" Target="../media/image104.svg" Type="http://schemas.openxmlformats.org/officeDocument/2006/relationships/image"/><Relationship Id="rId72" Target="../media/image105.png" Type="http://schemas.openxmlformats.org/officeDocument/2006/relationships/image"/><Relationship Id="rId73" Target="../media/image106.svg" Type="http://schemas.openxmlformats.org/officeDocument/2006/relationships/image"/><Relationship Id="rId74" Target="../media/image107.png" Type="http://schemas.openxmlformats.org/officeDocument/2006/relationships/image"/><Relationship Id="rId75" Target="../media/image108.svg" Type="http://schemas.openxmlformats.org/officeDocument/2006/relationships/image"/><Relationship Id="rId76" Target="../media/image109.png" Type="http://schemas.openxmlformats.org/officeDocument/2006/relationships/image"/><Relationship Id="rId77" Target="../media/image110.svg" Type="http://schemas.openxmlformats.org/officeDocument/2006/relationships/image"/><Relationship Id="rId78" Target="../media/image111.png" Type="http://schemas.openxmlformats.org/officeDocument/2006/relationships/image"/><Relationship Id="rId79" Target="../media/image112.svg" Type="http://schemas.openxmlformats.org/officeDocument/2006/relationships/image"/><Relationship Id="rId8" Target="../media/image41.svg" Type="http://schemas.openxmlformats.org/officeDocument/2006/relationships/image"/><Relationship Id="rId80" Target="../media/image113.png" Type="http://schemas.openxmlformats.org/officeDocument/2006/relationships/image"/><Relationship Id="rId81" Target="../media/image114.svg" Type="http://schemas.openxmlformats.org/officeDocument/2006/relationships/image"/><Relationship Id="rId82" Target="../media/image115.png" Type="http://schemas.openxmlformats.org/officeDocument/2006/relationships/image"/><Relationship Id="rId83" Target="../media/image116.svg" Type="http://schemas.openxmlformats.org/officeDocument/2006/relationships/image"/><Relationship Id="rId84" Target="../media/image117.png" Type="http://schemas.openxmlformats.org/officeDocument/2006/relationships/image"/><Relationship Id="rId85" Target="../media/image118.svg" Type="http://schemas.openxmlformats.org/officeDocument/2006/relationships/image"/><Relationship Id="rId86" Target="../media/image119.png" Type="http://schemas.openxmlformats.org/officeDocument/2006/relationships/image"/><Relationship Id="rId87" Target="../media/image120.svg" Type="http://schemas.openxmlformats.org/officeDocument/2006/relationships/image"/><Relationship Id="rId88" Target="../media/image121.png" Type="http://schemas.openxmlformats.org/officeDocument/2006/relationships/image"/><Relationship Id="rId89" Target="../media/image122.png" Type="http://schemas.openxmlformats.org/officeDocument/2006/relationships/image"/><Relationship Id="rId9" Target="../media/image42.png" Type="http://schemas.openxmlformats.org/officeDocument/2006/relationships/image"/><Relationship Id="rId90" Target="../media/image123.svg" Type="http://schemas.openxmlformats.org/officeDocument/2006/relationships/image"/><Relationship Id="rId91" Target="../media/image124.png" Type="http://schemas.openxmlformats.org/officeDocument/2006/relationships/image"/><Relationship Id="rId92" Target="../media/image125.svg" Type="http://schemas.openxmlformats.org/officeDocument/2006/relationships/image"/><Relationship Id="rId93" Target="../media/image126.png" Type="http://schemas.openxmlformats.org/officeDocument/2006/relationships/image"/><Relationship Id="rId94" Target="../media/image127.svg" Type="http://schemas.openxmlformats.org/officeDocument/2006/relationships/image"/><Relationship Id="rId95" Target="../media/image128.png" Type="http://schemas.openxmlformats.org/officeDocument/2006/relationships/image"/><Relationship Id="rId96" Target="../media/image129.svg" Type="http://schemas.openxmlformats.org/officeDocument/2006/relationships/image"/><Relationship Id="rId97" Target="../media/image130.png" Type="http://schemas.openxmlformats.org/officeDocument/2006/relationships/image"/><Relationship Id="rId98" Target="../media/image131.svg" Type="http://schemas.openxmlformats.org/officeDocument/2006/relationships/image"/><Relationship Id="rId99" Target="../media/image13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2.svg" Type="http://schemas.openxmlformats.org/officeDocument/2006/relationships/image"/><Relationship Id="rId11" Target="../media/image213.png" Type="http://schemas.openxmlformats.org/officeDocument/2006/relationships/image"/><Relationship Id="rId12" Target="../media/image214.svg" Type="http://schemas.openxmlformats.org/officeDocument/2006/relationships/image"/><Relationship Id="rId13" Target="../media/image215.png" Type="http://schemas.openxmlformats.org/officeDocument/2006/relationships/image"/><Relationship Id="rId14" Target="../media/image216.svg" Type="http://schemas.openxmlformats.org/officeDocument/2006/relationships/image"/><Relationship Id="rId15" Target="../media/image217.svg" Type="http://schemas.openxmlformats.org/officeDocument/2006/relationships/image"/><Relationship Id="rId16" Target="../media/image218.svg" Type="http://schemas.openxmlformats.org/officeDocument/2006/relationships/image"/><Relationship Id="rId17" Target="../media/image219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208.png" Type="http://schemas.openxmlformats.org/officeDocument/2006/relationships/image"/><Relationship Id="rId7" Target="../media/image209.png" Type="http://schemas.openxmlformats.org/officeDocument/2006/relationships/image"/><Relationship Id="rId8" Target="../media/image210.svg" Type="http://schemas.openxmlformats.org/officeDocument/2006/relationships/image"/><Relationship Id="rId9" Target="../media/image21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4.png" Type="http://schemas.openxmlformats.org/officeDocument/2006/relationships/image"/><Relationship Id="rId11" Target="../media/image225.svg" Type="http://schemas.openxmlformats.org/officeDocument/2006/relationships/image"/><Relationship Id="rId12" Target="../media/image226.png" Type="http://schemas.openxmlformats.org/officeDocument/2006/relationships/image"/><Relationship Id="rId13" Target="../media/image227.svg" Type="http://schemas.openxmlformats.org/officeDocument/2006/relationships/image"/><Relationship Id="rId14" Target="../media/image228.png" Type="http://schemas.openxmlformats.org/officeDocument/2006/relationships/image"/><Relationship Id="rId15" Target="../media/image229.svg" Type="http://schemas.openxmlformats.org/officeDocument/2006/relationships/image"/><Relationship Id="rId16" Target="../media/image230.png" Type="http://schemas.openxmlformats.org/officeDocument/2006/relationships/image"/><Relationship Id="rId17" Target="../media/image231.png" Type="http://schemas.openxmlformats.org/officeDocument/2006/relationships/image"/><Relationship Id="rId18" Target="../media/image232.png" Type="http://schemas.openxmlformats.org/officeDocument/2006/relationships/image"/><Relationship Id="rId19" Target="../media/image233.png" Type="http://schemas.openxmlformats.org/officeDocument/2006/relationships/image"/><Relationship Id="rId2" Target="../media/image1.png" Type="http://schemas.openxmlformats.org/officeDocument/2006/relationships/image"/><Relationship Id="rId20" Target="../media/image234.svg" Type="http://schemas.openxmlformats.org/officeDocument/2006/relationships/image"/><Relationship Id="rId21" Target="../media/image235.svg" Type="http://schemas.openxmlformats.org/officeDocument/2006/relationships/image"/><Relationship Id="rId22" Target="../media/image236.png" Type="http://schemas.openxmlformats.org/officeDocument/2006/relationships/image"/><Relationship Id="rId23" Target="../media/image237.png" Type="http://schemas.openxmlformats.org/officeDocument/2006/relationships/image"/><Relationship Id="rId24" Target="../media/image238.png" Type="http://schemas.openxmlformats.org/officeDocument/2006/relationships/image"/><Relationship Id="rId25" Target="../media/image239.png" Type="http://schemas.openxmlformats.org/officeDocument/2006/relationships/image"/><Relationship Id="rId26" Target="../media/image240.svg" Type="http://schemas.openxmlformats.org/officeDocument/2006/relationships/image"/><Relationship Id="rId27" Target="../media/image241.png" Type="http://schemas.openxmlformats.org/officeDocument/2006/relationships/image"/><Relationship Id="rId28" Target="../media/image242.svg" Type="http://schemas.openxmlformats.org/officeDocument/2006/relationships/image"/><Relationship Id="rId29" Target="../media/image243.png" Type="http://schemas.openxmlformats.org/officeDocument/2006/relationships/image"/><Relationship Id="rId3" Target="../media/image2.svg" Type="http://schemas.openxmlformats.org/officeDocument/2006/relationships/image"/><Relationship Id="rId30" Target="../media/image244.png" Type="http://schemas.openxmlformats.org/officeDocument/2006/relationships/image"/><Relationship Id="rId31" Target="../media/image245.png" Type="http://schemas.openxmlformats.org/officeDocument/2006/relationships/image"/><Relationship Id="rId32" Target="../media/image246.png" Type="http://schemas.openxmlformats.org/officeDocument/2006/relationships/image"/><Relationship Id="rId33" Target="../media/image247.sv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220.png" Type="http://schemas.openxmlformats.org/officeDocument/2006/relationships/image"/><Relationship Id="rId7" Target="../media/image221.svg" Type="http://schemas.openxmlformats.org/officeDocument/2006/relationships/image"/><Relationship Id="rId8" Target="../media/image222.png" Type="http://schemas.openxmlformats.org/officeDocument/2006/relationships/image"/><Relationship Id="rId9" Target="../media/image22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3172" y="3172"/>
            <a:ext cx="12185647" cy="6851647"/>
            <a:chOff x="0" y="0"/>
            <a:chExt cx="16247529" cy="91355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47490" cy="9135491"/>
            </a:xfrm>
            <a:custGeom>
              <a:avLst/>
              <a:gdLst/>
              <a:ahLst/>
              <a:cxnLst/>
              <a:rect r="r" b="b" t="t" l="l"/>
              <a:pathLst>
                <a:path h="9135491" w="16247490">
                  <a:moveTo>
                    <a:pt x="0" y="0"/>
                  </a:moveTo>
                  <a:lnTo>
                    <a:pt x="16247490" y="0"/>
                  </a:lnTo>
                  <a:lnTo>
                    <a:pt x="16247490" y="9135491"/>
                  </a:lnTo>
                  <a:lnTo>
                    <a:pt x="0" y="9135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6" t="0" r="-6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0" y="0"/>
            <a:ext cx="4572000" cy="6858000"/>
            <a:chOff x="0" y="0"/>
            <a:chExt cx="6096000" cy="9144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9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5206413" y="6102353"/>
            <a:ext cx="44453" cy="254003"/>
          </a:xfrm>
          <a:custGeom>
            <a:avLst/>
            <a:gdLst/>
            <a:ahLst/>
            <a:cxnLst/>
            <a:rect r="r" b="b" t="t" l="l"/>
            <a:pathLst>
              <a:path h="254003" w="44453">
                <a:moveTo>
                  <a:pt x="0" y="0"/>
                </a:moveTo>
                <a:lnTo>
                  <a:pt x="44453" y="0"/>
                </a:lnTo>
                <a:lnTo>
                  <a:pt x="44453" y="254003"/>
                </a:lnTo>
                <a:lnTo>
                  <a:pt x="0" y="25400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5207003" y="6102353"/>
            <a:ext cx="44453" cy="254003"/>
            <a:chOff x="10418826" y="12208764"/>
            <a:chExt cx="79248" cy="49987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9248" cy="499872"/>
            </a:xfrm>
            <a:custGeom>
              <a:avLst/>
              <a:gdLst/>
              <a:ahLst/>
              <a:cxnLst/>
              <a:rect r="r" b="b" t="t" l="l"/>
              <a:pathLst>
                <a:path h="499872" w="79248">
                  <a:moveTo>
                    <a:pt x="79248" y="0"/>
                  </a:moveTo>
                  <a:lnTo>
                    <a:pt x="79248" y="499872"/>
                  </a:lnTo>
                  <a:lnTo>
                    <a:pt x="0" y="499872"/>
                  </a:lnTo>
                  <a:lnTo>
                    <a:pt x="0" y="0"/>
                  </a:lnTo>
                  <a:lnTo>
                    <a:pt x="7924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5233540" y="2428332"/>
            <a:ext cx="6792373" cy="3055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47"/>
              </a:lnSpc>
            </a:pPr>
            <a:r>
              <a:rPr lang="en-US" sz="7441" spc="141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Arquitetura de Software</a:t>
            </a:r>
          </a:p>
          <a:p>
            <a:pPr algn="l">
              <a:lnSpc>
                <a:spcPts val="6104"/>
              </a:lnSpc>
            </a:pPr>
            <a:r>
              <a:rPr lang="en-US" sz="5134" spc="97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IMIP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15498" y="6082370"/>
            <a:ext cx="40862" cy="213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66"/>
              </a:lnSpc>
            </a:pPr>
            <a:r>
              <a:rPr lang="en-US" sz="1190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460654" y="6082370"/>
            <a:ext cx="6731346" cy="4174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66"/>
              </a:lnSpc>
            </a:pPr>
            <a:r>
              <a:rPr lang="en-US" sz="1190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Giovanna Lima · João Batista Moraes · João Victor Carlos de Lima · Luma Rodrigues · Lucas Roberto 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3172" y="3172"/>
            <a:ext cx="12185647" cy="6851647"/>
            <a:chOff x="0" y="0"/>
            <a:chExt cx="16247529" cy="91355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47490" cy="9135491"/>
            </a:xfrm>
            <a:custGeom>
              <a:avLst/>
              <a:gdLst/>
              <a:ahLst/>
              <a:cxnLst/>
              <a:rect r="r" b="b" t="t" l="l"/>
              <a:pathLst>
                <a:path h="9135491" w="16247490">
                  <a:moveTo>
                    <a:pt x="0" y="0"/>
                  </a:moveTo>
                  <a:lnTo>
                    <a:pt x="16247490" y="0"/>
                  </a:lnTo>
                  <a:lnTo>
                    <a:pt x="16247490" y="9135491"/>
                  </a:lnTo>
                  <a:lnTo>
                    <a:pt x="0" y="9135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6" t="0" r="-6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7620000" y="0"/>
            <a:ext cx="4572000" cy="6858000"/>
            <a:chOff x="0" y="0"/>
            <a:chExt cx="6096000" cy="9144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9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654053" y="1138809"/>
            <a:ext cx="977903" cy="330203"/>
          </a:xfrm>
          <a:custGeom>
            <a:avLst/>
            <a:gdLst/>
            <a:ahLst/>
            <a:cxnLst/>
            <a:rect r="r" b="b" t="t" l="l"/>
            <a:pathLst>
              <a:path h="330203" w="977903">
                <a:moveTo>
                  <a:pt x="0" y="0"/>
                </a:moveTo>
                <a:lnTo>
                  <a:pt x="977903" y="0"/>
                </a:lnTo>
                <a:lnTo>
                  <a:pt x="9779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654053" y="1139828"/>
            <a:ext cx="977903" cy="330203"/>
            <a:chOff x="1313688" y="2283714"/>
            <a:chExt cx="1944624" cy="65227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44624" cy="652272"/>
            </a:xfrm>
            <a:custGeom>
              <a:avLst/>
              <a:gdLst/>
              <a:ahLst/>
              <a:cxnLst/>
              <a:rect r="r" b="b" t="t" l="l"/>
              <a:pathLst>
                <a:path h="652272" w="1944624">
                  <a:moveTo>
                    <a:pt x="1944624" y="0"/>
                  </a:moveTo>
                  <a:lnTo>
                    <a:pt x="1944624" y="652272"/>
                  </a:lnTo>
                  <a:lnTo>
                    <a:pt x="0" y="652272"/>
                  </a:lnTo>
                  <a:lnTo>
                    <a:pt x="0" y="0"/>
                  </a:lnTo>
                  <a:lnTo>
                    <a:pt x="194462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774944" y="1157945"/>
            <a:ext cx="811016" cy="213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66"/>
              </a:lnSpc>
            </a:pPr>
            <a:r>
              <a:rPr lang="en-US" sz="1190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CONTEXTO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1540" y="1428617"/>
            <a:ext cx="6706981" cy="2289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720" spc="70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O Problema que Resolvemos</a:t>
            </a:r>
          </a:p>
          <a:p>
            <a:pPr algn="l">
              <a:lnSpc>
                <a:spcPts val="2072"/>
              </a:lnSpc>
            </a:pPr>
            <a:r>
              <a:rPr lang="en-US" sz="1488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Crianças em internação hospitalar precisamdecuidado emocional e </a:t>
            </a:r>
          </a:p>
          <a:p>
            <a:pPr algn="l">
              <a:lnSpc>
                <a:spcPts val="2072"/>
              </a:lnSpc>
            </a:pPr>
            <a:r>
              <a:rPr lang="en-US" sz="1488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pedagógico contínuo. A ausência de ferramentas digitais adequadas interrompe o desenvolvimento, agrava o isolamento e sobrecarrega professores e equipe de saúde.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1530" y="4027808"/>
            <a:ext cx="6774628" cy="1346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31"/>
              </a:lnSpc>
            </a:pPr>
            <a:r>
              <a:rPr lang="en-US" sz="1859" spc="35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Nossa Missão Técnica</a:t>
            </a:r>
          </a:p>
          <a:p>
            <a:pPr algn="l">
              <a:lnSpc>
                <a:spcPts val="2025"/>
              </a:lnSpc>
            </a:pPr>
            <a:r>
              <a:rPr lang="en-US" sz="1488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Construir uma plataforma que </a:t>
            </a:r>
            <a:r>
              <a:rPr lang="en-US" b="true" sz="1488">
                <a:solidFill>
                  <a:srgbClr val="2A2A2A"/>
                </a:solidFill>
                <a:latin typeface="DM Sans Bold"/>
                <a:ea typeface="DM Sans Bold"/>
                <a:cs typeface="DM Sans Bold"/>
                <a:sym typeface="DM Sans Bold"/>
              </a:rPr>
              <a:t>humanize o cuidado</a:t>
            </a:r>
            <a:r>
              <a:rPr lang="en-US" sz="1488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através de tecnologia: sessões pedagógicas em tempo real, narrativas geradas por IA e proteção total dos dados de crianças e adolescentes tudo em conformidade com a LGPD e o ECA.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3172" y="3172"/>
            <a:ext cx="12185647" cy="6851647"/>
            <a:chOff x="0" y="0"/>
            <a:chExt cx="16247529" cy="91355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47490" cy="9135491"/>
            </a:xfrm>
            <a:custGeom>
              <a:avLst/>
              <a:gdLst/>
              <a:ahLst/>
              <a:cxnLst/>
              <a:rect r="r" b="b" t="t" l="l"/>
              <a:pathLst>
                <a:path h="9135491" w="16247490">
                  <a:moveTo>
                    <a:pt x="0" y="0"/>
                  </a:moveTo>
                  <a:lnTo>
                    <a:pt x="16247490" y="0"/>
                  </a:lnTo>
                  <a:lnTo>
                    <a:pt x="16247490" y="9135491"/>
                  </a:lnTo>
                  <a:lnTo>
                    <a:pt x="0" y="9135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6" t="0" r="-6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54682" y="638175"/>
            <a:ext cx="1098547" cy="304800"/>
          </a:xfrm>
          <a:custGeom>
            <a:avLst/>
            <a:gdLst/>
            <a:ahLst/>
            <a:cxnLst/>
            <a:rect r="r" b="b" t="t" l="l"/>
            <a:pathLst>
              <a:path h="304800" w="1098547">
                <a:moveTo>
                  <a:pt x="0" y="0"/>
                </a:moveTo>
                <a:lnTo>
                  <a:pt x="1098547" y="0"/>
                </a:lnTo>
                <a:lnTo>
                  <a:pt x="1098547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53910" y="2008156"/>
            <a:ext cx="6350003" cy="1212847"/>
          </a:xfrm>
          <a:custGeom>
            <a:avLst/>
            <a:gdLst/>
            <a:ahLst/>
            <a:cxnLst/>
            <a:rect r="r" b="b" t="t" l="l"/>
            <a:pathLst>
              <a:path h="1212847" w="6350003">
                <a:moveTo>
                  <a:pt x="0" y="0"/>
                </a:moveTo>
                <a:lnTo>
                  <a:pt x="6350003" y="0"/>
                </a:lnTo>
                <a:lnTo>
                  <a:pt x="6350003" y="1212847"/>
                </a:lnTo>
                <a:lnTo>
                  <a:pt x="0" y="121284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655577" y="2000250"/>
            <a:ext cx="6356347" cy="76200"/>
            <a:chOff x="0" y="0"/>
            <a:chExt cx="8475129" cy="101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5091" cy="101600"/>
            </a:xfrm>
            <a:custGeom>
              <a:avLst/>
              <a:gdLst/>
              <a:ahLst/>
              <a:cxnLst/>
              <a:rect r="r" b="b" t="t" l="l"/>
              <a:pathLst>
                <a:path h="101600" w="8475091">
                  <a:moveTo>
                    <a:pt x="0" y="0"/>
                  </a:moveTo>
                  <a:lnTo>
                    <a:pt x="8475091" y="0"/>
                  </a:lnTo>
                  <a:lnTo>
                    <a:pt x="8475091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55577" y="3152775"/>
            <a:ext cx="6356347" cy="76200"/>
            <a:chOff x="0" y="0"/>
            <a:chExt cx="8475129" cy="1016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475091" cy="101600"/>
            </a:xfrm>
            <a:custGeom>
              <a:avLst/>
              <a:gdLst/>
              <a:ahLst/>
              <a:cxnLst/>
              <a:rect r="r" b="b" t="t" l="l"/>
              <a:pathLst>
                <a:path h="101600" w="8475091">
                  <a:moveTo>
                    <a:pt x="0" y="0"/>
                  </a:moveTo>
                  <a:lnTo>
                    <a:pt x="8475091" y="0"/>
                  </a:lnTo>
                  <a:lnTo>
                    <a:pt x="8475091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6987483" y="1998659"/>
            <a:ext cx="25403" cy="1231897"/>
            <a:chOff x="0" y="0"/>
            <a:chExt cx="33871" cy="164252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3909" cy="1642491"/>
            </a:xfrm>
            <a:custGeom>
              <a:avLst/>
              <a:gdLst/>
              <a:ahLst/>
              <a:cxnLst/>
              <a:rect r="r" b="b" t="t" l="l"/>
              <a:pathLst>
                <a:path h="1642491" w="33909">
                  <a:moveTo>
                    <a:pt x="0" y="0"/>
                  </a:moveTo>
                  <a:lnTo>
                    <a:pt x="33909" y="0"/>
                  </a:lnTo>
                  <a:lnTo>
                    <a:pt x="33909" y="1642491"/>
                  </a:lnTo>
                  <a:lnTo>
                    <a:pt x="0" y="164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112" b="-2"/>
              </a:stretch>
            </a:blipFill>
          </p:spPr>
        </p:sp>
      </p:grpSp>
      <p:sp>
        <p:nvSpPr>
          <p:cNvPr name="Freeform 16" id="16"/>
          <p:cNvSpPr/>
          <p:nvPr/>
        </p:nvSpPr>
        <p:spPr>
          <a:xfrm flipH="false" flipV="false" rot="0">
            <a:off x="638175" y="1997326"/>
            <a:ext cx="76200" cy="1231897"/>
          </a:xfrm>
          <a:custGeom>
            <a:avLst/>
            <a:gdLst/>
            <a:ahLst/>
            <a:cxnLst/>
            <a:rect r="r" b="b" t="t" l="l"/>
            <a:pathLst>
              <a:path h="1231897" w="76200">
                <a:moveTo>
                  <a:pt x="0" y="0"/>
                </a:moveTo>
                <a:lnTo>
                  <a:pt x="76200" y="0"/>
                </a:lnTo>
                <a:lnTo>
                  <a:pt x="76200" y="1231897"/>
                </a:lnTo>
                <a:lnTo>
                  <a:pt x="0" y="1231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53910" y="3408331"/>
            <a:ext cx="6350003" cy="1212847"/>
          </a:xfrm>
          <a:custGeom>
            <a:avLst/>
            <a:gdLst/>
            <a:ahLst/>
            <a:cxnLst/>
            <a:rect r="r" b="b" t="t" l="l"/>
            <a:pathLst>
              <a:path h="1212847" w="6350003">
                <a:moveTo>
                  <a:pt x="0" y="0"/>
                </a:moveTo>
                <a:lnTo>
                  <a:pt x="6350003" y="0"/>
                </a:lnTo>
                <a:lnTo>
                  <a:pt x="6350003" y="1212847"/>
                </a:lnTo>
                <a:lnTo>
                  <a:pt x="0" y="121284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55577" y="3400425"/>
            <a:ext cx="6356347" cy="76200"/>
            <a:chOff x="0" y="0"/>
            <a:chExt cx="8475129" cy="10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475091" cy="101600"/>
            </a:xfrm>
            <a:custGeom>
              <a:avLst/>
              <a:gdLst/>
              <a:ahLst/>
              <a:cxnLst/>
              <a:rect r="r" b="b" t="t" l="l"/>
              <a:pathLst>
                <a:path h="101600" w="8475091">
                  <a:moveTo>
                    <a:pt x="0" y="0"/>
                  </a:moveTo>
                  <a:lnTo>
                    <a:pt x="8475091" y="0"/>
                  </a:lnTo>
                  <a:lnTo>
                    <a:pt x="8475091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55577" y="4552950"/>
            <a:ext cx="6356347" cy="76200"/>
            <a:chOff x="0" y="0"/>
            <a:chExt cx="8475129" cy="10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475091" cy="101600"/>
            </a:xfrm>
            <a:custGeom>
              <a:avLst/>
              <a:gdLst/>
              <a:ahLst/>
              <a:cxnLst/>
              <a:rect r="r" b="b" t="t" l="l"/>
              <a:pathLst>
                <a:path h="101600" w="8475091">
                  <a:moveTo>
                    <a:pt x="0" y="0"/>
                  </a:moveTo>
                  <a:lnTo>
                    <a:pt x="8475091" y="0"/>
                  </a:lnTo>
                  <a:lnTo>
                    <a:pt x="8475091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6987483" y="3398834"/>
            <a:ext cx="25403" cy="1231897"/>
            <a:chOff x="0" y="0"/>
            <a:chExt cx="33871" cy="164252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3909" cy="1642491"/>
            </a:xfrm>
            <a:custGeom>
              <a:avLst/>
              <a:gdLst/>
              <a:ahLst/>
              <a:cxnLst/>
              <a:rect r="r" b="b" t="t" l="l"/>
              <a:pathLst>
                <a:path h="1642491" w="33909">
                  <a:moveTo>
                    <a:pt x="0" y="0"/>
                  </a:moveTo>
                  <a:lnTo>
                    <a:pt x="33909" y="0"/>
                  </a:lnTo>
                  <a:lnTo>
                    <a:pt x="33909" y="1642491"/>
                  </a:lnTo>
                  <a:lnTo>
                    <a:pt x="0" y="164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112" b="-2"/>
              </a:stretch>
            </a:blipFill>
          </p:spPr>
        </p:sp>
      </p:grpSp>
      <p:sp>
        <p:nvSpPr>
          <p:cNvPr name="Freeform 24" id="24"/>
          <p:cNvSpPr/>
          <p:nvPr/>
        </p:nvSpPr>
        <p:spPr>
          <a:xfrm flipH="false" flipV="false" rot="0">
            <a:off x="638175" y="3397501"/>
            <a:ext cx="76200" cy="1231897"/>
          </a:xfrm>
          <a:custGeom>
            <a:avLst/>
            <a:gdLst/>
            <a:ahLst/>
            <a:cxnLst/>
            <a:rect r="r" b="b" t="t" l="l"/>
            <a:pathLst>
              <a:path h="1231897" w="76200">
                <a:moveTo>
                  <a:pt x="0" y="0"/>
                </a:moveTo>
                <a:lnTo>
                  <a:pt x="76200" y="0"/>
                </a:lnTo>
                <a:lnTo>
                  <a:pt x="76200" y="1231897"/>
                </a:lnTo>
                <a:lnTo>
                  <a:pt x="0" y="1231897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653910" y="4808506"/>
            <a:ext cx="6350003" cy="1212847"/>
          </a:xfrm>
          <a:custGeom>
            <a:avLst/>
            <a:gdLst/>
            <a:ahLst/>
            <a:cxnLst/>
            <a:rect r="r" b="b" t="t" l="l"/>
            <a:pathLst>
              <a:path h="1212847" w="6350003">
                <a:moveTo>
                  <a:pt x="0" y="0"/>
                </a:moveTo>
                <a:lnTo>
                  <a:pt x="6350003" y="0"/>
                </a:lnTo>
                <a:lnTo>
                  <a:pt x="6350003" y="1212847"/>
                </a:lnTo>
                <a:lnTo>
                  <a:pt x="0" y="121284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655577" y="4800600"/>
            <a:ext cx="6356347" cy="76200"/>
            <a:chOff x="0" y="0"/>
            <a:chExt cx="8475129" cy="10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475091" cy="101600"/>
            </a:xfrm>
            <a:custGeom>
              <a:avLst/>
              <a:gdLst/>
              <a:ahLst/>
              <a:cxnLst/>
              <a:rect r="r" b="b" t="t" l="l"/>
              <a:pathLst>
                <a:path h="101600" w="8475091">
                  <a:moveTo>
                    <a:pt x="0" y="0"/>
                  </a:moveTo>
                  <a:lnTo>
                    <a:pt x="8475091" y="0"/>
                  </a:lnTo>
                  <a:lnTo>
                    <a:pt x="8475091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655577" y="5953125"/>
            <a:ext cx="6356347" cy="76200"/>
            <a:chOff x="0" y="0"/>
            <a:chExt cx="8475129" cy="101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475091" cy="101600"/>
            </a:xfrm>
            <a:custGeom>
              <a:avLst/>
              <a:gdLst/>
              <a:ahLst/>
              <a:cxnLst/>
              <a:rect r="r" b="b" t="t" l="l"/>
              <a:pathLst>
                <a:path h="101600" w="8475091">
                  <a:moveTo>
                    <a:pt x="0" y="0"/>
                  </a:moveTo>
                  <a:lnTo>
                    <a:pt x="8475091" y="0"/>
                  </a:lnTo>
                  <a:lnTo>
                    <a:pt x="8475091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987483" y="4799009"/>
            <a:ext cx="25403" cy="1231897"/>
            <a:chOff x="0" y="0"/>
            <a:chExt cx="33871" cy="164252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3909" cy="1642491"/>
            </a:xfrm>
            <a:custGeom>
              <a:avLst/>
              <a:gdLst/>
              <a:ahLst/>
              <a:cxnLst/>
              <a:rect r="r" b="b" t="t" l="l"/>
              <a:pathLst>
                <a:path h="1642491" w="33909">
                  <a:moveTo>
                    <a:pt x="0" y="0"/>
                  </a:moveTo>
                  <a:lnTo>
                    <a:pt x="33909" y="0"/>
                  </a:lnTo>
                  <a:lnTo>
                    <a:pt x="33909" y="1642491"/>
                  </a:lnTo>
                  <a:lnTo>
                    <a:pt x="0" y="164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112" b="-2"/>
              </a:stretch>
            </a:blipFill>
          </p:spPr>
        </p:sp>
      </p:grpSp>
      <p:sp>
        <p:nvSpPr>
          <p:cNvPr name="Freeform 32" id="32"/>
          <p:cNvSpPr/>
          <p:nvPr/>
        </p:nvSpPr>
        <p:spPr>
          <a:xfrm flipH="false" flipV="false" rot="0">
            <a:off x="638175" y="4797676"/>
            <a:ext cx="76200" cy="1231897"/>
          </a:xfrm>
          <a:custGeom>
            <a:avLst/>
            <a:gdLst/>
            <a:ahLst/>
            <a:cxnLst/>
            <a:rect r="r" b="b" t="t" l="l"/>
            <a:pathLst>
              <a:path h="1231897" w="76200">
                <a:moveTo>
                  <a:pt x="0" y="0"/>
                </a:moveTo>
                <a:lnTo>
                  <a:pt x="76200" y="0"/>
                </a:lnTo>
                <a:lnTo>
                  <a:pt x="76200" y="1231897"/>
                </a:lnTo>
                <a:lnTo>
                  <a:pt x="0" y="1231897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7324534" y="1807969"/>
            <a:ext cx="4343400" cy="4413247"/>
          </a:xfrm>
          <a:custGeom>
            <a:avLst/>
            <a:gdLst/>
            <a:ahLst/>
            <a:cxnLst/>
            <a:rect r="r" b="b" t="t" l="l"/>
            <a:pathLst>
              <a:path h="4413247" w="4343400">
                <a:moveTo>
                  <a:pt x="0" y="0"/>
                </a:moveTo>
                <a:lnTo>
                  <a:pt x="4343400" y="0"/>
                </a:lnTo>
                <a:lnTo>
                  <a:pt x="4343400" y="4413247"/>
                </a:lnTo>
                <a:lnTo>
                  <a:pt x="0" y="4413247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7540628" y="3311528"/>
            <a:ext cx="63503" cy="63503"/>
          </a:xfrm>
          <a:custGeom>
            <a:avLst/>
            <a:gdLst/>
            <a:ahLst/>
            <a:cxnLst/>
            <a:rect r="r" b="b" t="t" l="l"/>
            <a:pathLst>
              <a:path h="63503" w="63503">
                <a:moveTo>
                  <a:pt x="0" y="0"/>
                </a:moveTo>
                <a:lnTo>
                  <a:pt x="63503" y="0"/>
                </a:lnTo>
                <a:lnTo>
                  <a:pt x="63503" y="63503"/>
                </a:lnTo>
                <a:lnTo>
                  <a:pt x="0" y="63503"/>
                </a:lnTo>
                <a:lnTo>
                  <a:pt x="0" y="0"/>
                </a:lnTo>
                <a:close/>
              </a:path>
            </a:pathLst>
          </a:custGeom>
          <a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7540628" y="3863978"/>
            <a:ext cx="63503" cy="63503"/>
          </a:xfrm>
          <a:custGeom>
            <a:avLst/>
            <a:gdLst/>
            <a:ahLst/>
            <a:cxnLst/>
            <a:rect r="r" b="b" t="t" l="l"/>
            <a:pathLst>
              <a:path h="63503" w="63503">
                <a:moveTo>
                  <a:pt x="0" y="0"/>
                </a:moveTo>
                <a:lnTo>
                  <a:pt x="63503" y="0"/>
                </a:lnTo>
                <a:lnTo>
                  <a:pt x="63503" y="63503"/>
                </a:lnTo>
                <a:lnTo>
                  <a:pt x="0" y="63503"/>
                </a:lnTo>
                <a:lnTo>
                  <a:pt x="0" y="0"/>
                </a:lnTo>
                <a:close/>
              </a:path>
            </a:pathLst>
          </a:custGeom>
          <a:blipFill>
            <a:blip r:embed="rId29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7540628" y="4406903"/>
            <a:ext cx="63503" cy="63503"/>
          </a:xfrm>
          <a:custGeom>
            <a:avLst/>
            <a:gdLst/>
            <a:ahLst/>
            <a:cxnLst/>
            <a:rect r="r" b="b" t="t" l="l"/>
            <a:pathLst>
              <a:path h="63503" w="63503">
                <a:moveTo>
                  <a:pt x="0" y="0"/>
                </a:moveTo>
                <a:lnTo>
                  <a:pt x="63503" y="0"/>
                </a:lnTo>
                <a:lnTo>
                  <a:pt x="63503" y="63503"/>
                </a:lnTo>
                <a:lnTo>
                  <a:pt x="0" y="63503"/>
                </a:lnTo>
                <a:lnTo>
                  <a:pt x="0" y="0"/>
                </a:lnTo>
                <a:close/>
              </a:path>
            </a:pathLst>
          </a:custGeom>
          <a:blipFill>
            <a:blip r:embed="rId29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7540628" y="4959353"/>
            <a:ext cx="63503" cy="63503"/>
          </a:xfrm>
          <a:custGeom>
            <a:avLst/>
            <a:gdLst/>
            <a:ahLst/>
            <a:cxnLst/>
            <a:rect r="r" b="b" t="t" l="l"/>
            <a:pathLst>
              <a:path h="63503" w="63503">
                <a:moveTo>
                  <a:pt x="0" y="0"/>
                </a:moveTo>
                <a:lnTo>
                  <a:pt x="63503" y="0"/>
                </a:lnTo>
                <a:lnTo>
                  <a:pt x="63503" y="63503"/>
                </a:lnTo>
                <a:lnTo>
                  <a:pt x="0" y="63503"/>
                </a:lnTo>
                <a:lnTo>
                  <a:pt x="0" y="0"/>
                </a:lnTo>
                <a:close/>
              </a:path>
            </a:pathLst>
          </a:custGeom>
          <a:blipFill>
            <a:blip r:embed="rId29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8" id="38"/>
          <p:cNvGrpSpPr/>
          <p:nvPr/>
        </p:nvGrpSpPr>
        <p:grpSpPr>
          <a:xfrm rot="0">
            <a:off x="655634" y="638175"/>
            <a:ext cx="1098547" cy="304800"/>
            <a:chOff x="1312545" y="1276350"/>
            <a:chExt cx="2194560" cy="609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94560" cy="609600"/>
            </a:xfrm>
            <a:custGeom>
              <a:avLst/>
              <a:gdLst/>
              <a:ahLst/>
              <a:cxnLst/>
              <a:rect r="r" b="b" t="t" l="l"/>
              <a:pathLst>
                <a:path h="609600" w="2194560">
                  <a:moveTo>
                    <a:pt x="2194560" y="0"/>
                  </a:moveTo>
                  <a:lnTo>
                    <a:pt x="2194560" y="609600"/>
                  </a:lnTo>
                  <a:lnTo>
                    <a:pt x="0" y="609600"/>
                  </a:lnTo>
                  <a:lnTo>
                    <a:pt x="0" y="0"/>
                  </a:lnTo>
                  <a:lnTo>
                    <a:pt x="21945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38175" y="1998659"/>
            <a:ext cx="76200" cy="1231897"/>
            <a:chOff x="1276350" y="3997833"/>
            <a:chExt cx="152400" cy="246278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52400" cy="2462784"/>
            </a:xfrm>
            <a:custGeom>
              <a:avLst/>
              <a:gdLst/>
              <a:ahLst/>
              <a:cxnLst/>
              <a:rect r="r" b="b" t="t" l="l"/>
              <a:pathLst>
                <a:path h="2462784" w="152400">
                  <a:moveTo>
                    <a:pt x="152400" y="0"/>
                  </a:moveTo>
                  <a:lnTo>
                    <a:pt x="152400" y="2462784"/>
                  </a:lnTo>
                  <a:lnTo>
                    <a:pt x="0" y="2462784"/>
                  </a:ln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654053" y="2008184"/>
            <a:ext cx="6350003" cy="1212847"/>
            <a:chOff x="1312164" y="4019169"/>
            <a:chExt cx="12691872" cy="242011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2691873" cy="2420112"/>
            </a:xfrm>
            <a:custGeom>
              <a:avLst/>
              <a:gdLst/>
              <a:ahLst/>
              <a:cxnLst/>
              <a:rect r="r" b="b" t="t" l="l"/>
              <a:pathLst>
                <a:path h="2420112" w="12691873">
                  <a:moveTo>
                    <a:pt x="12691873" y="0"/>
                  </a:moveTo>
                  <a:lnTo>
                    <a:pt x="12691873" y="2420112"/>
                  </a:lnTo>
                  <a:lnTo>
                    <a:pt x="0" y="2420112"/>
                  </a:lnTo>
                  <a:lnTo>
                    <a:pt x="0" y="0"/>
                  </a:lnTo>
                  <a:lnTo>
                    <a:pt x="1269187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638175" y="3398834"/>
            <a:ext cx="76200" cy="1231897"/>
            <a:chOff x="1276350" y="6798183"/>
            <a:chExt cx="152400" cy="246278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52400" cy="2462785"/>
            </a:xfrm>
            <a:custGeom>
              <a:avLst/>
              <a:gdLst/>
              <a:ahLst/>
              <a:cxnLst/>
              <a:rect r="r" b="b" t="t" l="l"/>
              <a:pathLst>
                <a:path h="2462785" w="152400">
                  <a:moveTo>
                    <a:pt x="152400" y="0"/>
                  </a:moveTo>
                  <a:lnTo>
                    <a:pt x="152400" y="2462784"/>
                  </a:lnTo>
                  <a:lnTo>
                    <a:pt x="0" y="2462784"/>
                  </a:ln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654053" y="3408359"/>
            <a:ext cx="6350003" cy="1212847"/>
            <a:chOff x="1312164" y="6819519"/>
            <a:chExt cx="12691872" cy="242011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2691873" cy="2420113"/>
            </a:xfrm>
            <a:custGeom>
              <a:avLst/>
              <a:gdLst/>
              <a:ahLst/>
              <a:cxnLst/>
              <a:rect r="r" b="b" t="t" l="l"/>
              <a:pathLst>
                <a:path h="2420113" w="12691873">
                  <a:moveTo>
                    <a:pt x="12691873" y="0"/>
                  </a:moveTo>
                  <a:lnTo>
                    <a:pt x="12691873" y="2420112"/>
                  </a:lnTo>
                  <a:lnTo>
                    <a:pt x="0" y="2420112"/>
                  </a:lnTo>
                  <a:lnTo>
                    <a:pt x="0" y="0"/>
                  </a:lnTo>
                  <a:lnTo>
                    <a:pt x="1269187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638175" y="4799009"/>
            <a:ext cx="76200" cy="1231897"/>
            <a:chOff x="1276350" y="9598533"/>
            <a:chExt cx="152400" cy="24627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52400" cy="2462785"/>
            </a:xfrm>
            <a:custGeom>
              <a:avLst/>
              <a:gdLst/>
              <a:ahLst/>
              <a:cxnLst/>
              <a:rect r="r" b="b" t="t" l="l"/>
              <a:pathLst>
                <a:path h="2462785" w="152400">
                  <a:moveTo>
                    <a:pt x="152400" y="0"/>
                  </a:moveTo>
                  <a:lnTo>
                    <a:pt x="152400" y="2462784"/>
                  </a:lnTo>
                  <a:lnTo>
                    <a:pt x="0" y="2462784"/>
                  </a:ln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395247" y="4799009"/>
            <a:ext cx="615953" cy="1231897"/>
            <a:chOff x="12790742" y="9598533"/>
            <a:chExt cx="1231392" cy="246278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231392" cy="2462785"/>
            </a:xfrm>
            <a:custGeom>
              <a:avLst/>
              <a:gdLst/>
              <a:ahLst/>
              <a:cxnLst/>
              <a:rect r="r" b="b" t="t" l="l"/>
              <a:pathLst>
                <a:path h="2462785" w="1231392">
                  <a:moveTo>
                    <a:pt x="1231392" y="0"/>
                  </a:moveTo>
                  <a:lnTo>
                    <a:pt x="1231392" y="2462784"/>
                  </a:lnTo>
                  <a:lnTo>
                    <a:pt x="0" y="2462784"/>
                  </a:lnTo>
                  <a:lnTo>
                    <a:pt x="0" y="0"/>
                  </a:lnTo>
                  <a:lnTo>
                    <a:pt x="123139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655634" y="4800600"/>
            <a:ext cx="6356347" cy="76200"/>
            <a:chOff x="1312545" y="9601200"/>
            <a:chExt cx="12710160" cy="1524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2710161" cy="152400"/>
            </a:xfrm>
            <a:custGeom>
              <a:avLst/>
              <a:gdLst/>
              <a:ahLst/>
              <a:cxnLst/>
              <a:rect r="r" b="b" t="t" l="l"/>
              <a:pathLst>
                <a:path h="152400" w="12710161">
                  <a:moveTo>
                    <a:pt x="12710161" y="0"/>
                  </a:moveTo>
                  <a:lnTo>
                    <a:pt x="12710161" y="152400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1271016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54053" y="4808534"/>
            <a:ext cx="6350003" cy="1212847"/>
            <a:chOff x="1312164" y="9619869"/>
            <a:chExt cx="12691872" cy="2420112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2691873" cy="2420113"/>
            </a:xfrm>
            <a:custGeom>
              <a:avLst/>
              <a:gdLst/>
              <a:ahLst/>
              <a:cxnLst/>
              <a:rect r="r" b="b" t="t" l="l"/>
              <a:pathLst>
                <a:path h="2420113" w="12691873">
                  <a:moveTo>
                    <a:pt x="12691873" y="0"/>
                  </a:moveTo>
                  <a:lnTo>
                    <a:pt x="12691873" y="2420112"/>
                  </a:lnTo>
                  <a:lnTo>
                    <a:pt x="0" y="2420112"/>
                  </a:lnTo>
                  <a:lnTo>
                    <a:pt x="0" y="0"/>
                  </a:lnTo>
                  <a:lnTo>
                    <a:pt x="1269187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655634" y="5953125"/>
            <a:ext cx="6356347" cy="76200"/>
            <a:chOff x="1312545" y="11906250"/>
            <a:chExt cx="12710160" cy="1524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2710161" cy="152400"/>
            </a:xfrm>
            <a:custGeom>
              <a:avLst/>
              <a:gdLst/>
              <a:ahLst/>
              <a:cxnLst/>
              <a:rect r="r" b="b" t="t" l="l"/>
              <a:pathLst>
                <a:path h="152400" w="12710161">
                  <a:moveTo>
                    <a:pt x="12710161" y="0"/>
                  </a:moveTo>
                  <a:lnTo>
                    <a:pt x="12710161" y="152400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1271016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7324725" y="1808159"/>
            <a:ext cx="4343400" cy="4413247"/>
            <a:chOff x="14649450" y="3619119"/>
            <a:chExt cx="8686800" cy="8820912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8686800" cy="8820913"/>
            </a:xfrm>
            <a:custGeom>
              <a:avLst/>
              <a:gdLst/>
              <a:ahLst/>
              <a:cxnLst/>
              <a:rect r="r" b="b" t="t" l="l"/>
              <a:pathLst>
                <a:path h="8820913" w="8686800">
                  <a:moveTo>
                    <a:pt x="8686800" y="0"/>
                  </a:moveTo>
                  <a:lnTo>
                    <a:pt x="8686800" y="8820913"/>
                  </a:lnTo>
                  <a:lnTo>
                    <a:pt x="0" y="8820913"/>
                  </a:lnTo>
                  <a:lnTo>
                    <a:pt x="0" y="0"/>
                  </a:lnTo>
                  <a:lnTo>
                    <a:pt x="86868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7540628" y="3311528"/>
            <a:ext cx="63503" cy="63503"/>
            <a:chOff x="15086838" y="6628639"/>
            <a:chExt cx="115824" cy="11582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-1" y="0"/>
              <a:ext cx="115825" cy="115824"/>
            </a:xfrm>
            <a:custGeom>
              <a:avLst/>
              <a:gdLst/>
              <a:ahLst/>
              <a:cxnLst/>
              <a:rect r="r" b="b" t="t" l="l"/>
              <a:pathLst>
                <a:path h="115824" w="115825">
                  <a:moveTo>
                    <a:pt x="115826" y="0"/>
                  </a:moveTo>
                  <a:lnTo>
                    <a:pt x="115826" y="115823"/>
                  </a:lnTo>
                  <a:lnTo>
                    <a:pt x="0" y="115823"/>
                  </a:lnTo>
                  <a:lnTo>
                    <a:pt x="0" y="0"/>
                  </a:lnTo>
                  <a:lnTo>
                    <a:pt x="11582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7540628" y="3863978"/>
            <a:ext cx="63503" cy="63503"/>
            <a:chOff x="15086838" y="7733538"/>
            <a:chExt cx="115824" cy="11582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-1" y="0"/>
              <a:ext cx="115825" cy="115824"/>
            </a:xfrm>
            <a:custGeom>
              <a:avLst/>
              <a:gdLst/>
              <a:ahLst/>
              <a:cxnLst/>
              <a:rect r="r" b="b" t="t" l="l"/>
              <a:pathLst>
                <a:path h="115824" w="115825">
                  <a:moveTo>
                    <a:pt x="115826" y="0"/>
                  </a:moveTo>
                  <a:lnTo>
                    <a:pt x="115826" y="115824"/>
                  </a:lnTo>
                  <a:lnTo>
                    <a:pt x="0" y="115824"/>
                  </a:lnTo>
                  <a:lnTo>
                    <a:pt x="0" y="0"/>
                  </a:lnTo>
                  <a:lnTo>
                    <a:pt x="11582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7540628" y="4406903"/>
            <a:ext cx="63503" cy="63503"/>
            <a:chOff x="15086838" y="8819388"/>
            <a:chExt cx="115824" cy="11582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-1" y="0"/>
              <a:ext cx="115825" cy="115824"/>
            </a:xfrm>
            <a:custGeom>
              <a:avLst/>
              <a:gdLst/>
              <a:ahLst/>
              <a:cxnLst/>
              <a:rect r="r" b="b" t="t" l="l"/>
              <a:pathLst>
                <a:path h="115824" w="115825">
                  <a:moveTo>
                    <a:pt x="115826" y="0"/>
                  </a:moveTo>
                  <a:lnTo>
                    <a:pt x="115826" y="115824"/>
                  </a:lnTo>
                  <a:lnTo>
                    <a:pt x="0" y="115824"/>
                  </a:lnTo>
                  <a:lnTo>
                    <a:pt x="0" y="0"/>
                  </a:lnTo>
                  <a:lnTo>
                    <a:pt x="11582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7540628" y="4959353"/>
            <a:ext cx="63503" cy="63503"/>
            <a:chOff x="15086838" y="9924288"/>
            <a:chExt cx="115824" cy="115824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-1" y="0"/>
              <a:ext cx="115825" cy="115824"/>
            </a:xfrm>
            <a:custGeom>
              <a:avLst/>
              <a:gdLst/>
              <a:ahLst/>
              <a:cxnLst/>
              <a:rect r="r" b="b" t="t" l="l"/>
              <a:pathLst>
                <a:path h="115824" w="115825">
                  <a:moveTo>
                    <a:pt x="115826" y="0"/>
                  </a:moveTo>
                  <a:lnTo>
                    <a:pt x="115826" y="115824"/>
                  </a:lnTo>
                  <a:lnTo>
                    <a:pt x="0" y="115824"/>
                  </a:lnTo>
                  <a:lnTo>
                    <a:pt x="0" y="0"/>
                  </a:lnTo>
                  <a:lnTo>
                    <a:pt x="11582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917229" y="2607869"/>
            <a:ext cx="6030754" cy="3628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5"/>
              </a:lnSpc>
            </a:pPr>
            <a:r>
              <a:rPr lang="en-US" sz="1130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Cada serviço escala de forma independente. Falhas em um componente não derrubam o sistema inteiro a criança nunca perde sua sessão.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917229" y="4008044"/>
            <a:ext cx="6176658" cy="366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5"/>
              </a:lnSpc>
            </a:pPr>
            <a:r>
              <a:rPr lang="en-US" sz="1130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Separa interface, lógica e dados. Pedagogos personalizam a experiência visual; engenheiros protegem a camada de dados com regras de anonimização e consentimento.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917229" y="5408219"/>
            <a:ext cx="6030754" cy="543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5"/>
              </a:lnSpc>
            </a:pPr>
            <a:r>
              <a:rPr lang="en-US" sz="1130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Mesmo com IA indisponível, o sistema entrega trilhas pré-criadas e atividades offline no tablet</a:t>
            </a:r>
          </a:p>
          <a:p>
            <a:pPr algn="l">
              <a:lnSpc>
                <a:spcPts val="1425"/>
              </a:lnSpc>
            </a:pPr>
            <a:r>
              <a:rPr lang="en-US" sz="1130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nenhuma interrupção técnica compromete o acolhimento.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769144" y="659454"/>
            <a:ext cx="956748" cy="195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3"/>
              </a:lnSpc>
            </a:pPr>
            <a:r>
              <a:rPr lang="en-US" sz="1130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ARQUITETURA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661540" y="897122"/>
            <a:ext cx="8833599" cy="623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8"/>
              </a:lnSpc>
            </a:pPr>
            <a:r>
              <a:rPr lang="en-US" sz="3534" spc="67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Proposta Técnica: Microsserviços + MVC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917229" y="3549044"/>
            <a:ext cx="1349616" cy="306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3"/>
              </a:lnSpc>
            </a:pPr>
            <a:r>
              <a:rPr lang="en-US" sz="1767" spc="33">
                <a:solidFill>
                  <a:srgbClr val="2A2A2A"/>
                </a:solidFill>
                <a:latin typeface="Open Sans"/>
                <a:ea typeface="Open Sans"/>
                <a:cs typeface="Open Sans"/>
                <a:sym typeface="Open Sans"/>
              </a:rPr>
              <a:t>Padrão MVC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917229" y="2148869"/>
            <a:ext cx="1630175" cy="306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3"/>
              </a:lnSpc>
            </a:pPr>
            <a:r>
              <a:rPr lang="en-US" sz="1767" spc="33">
                <a:solidFill>
                  <a:srgbClr val="2A2A2A"/>
                </a:solidFill>
                <a:latin typeface="Open Sans"/>
                <a:ea typeface="Open Sans"/>
                <a:cs typeface="Open Sans"/>
                <a:sym typeface="Open Sans"/>
              </a:rPr>
              <a:t>Microsserviços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917229" y="4939694"/>
            <a:ext cx="2884865" cy="306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3"/>
              </a:lnSpc>
            </a:pPr>
            <a:r>
              <a:rPr lang="en-US" sz="1767" spc="33">
                <a:solidFill>
                  <a:srgbClr val="2A2A2A"/>
                </a:solidFill>
                <a:latin typeface="Open Sans"/>
                <a:ea typeface="Open Sans"/>
                <a:cs typeface="Open Sans"/>
                <a:sym typeface="Open Sans"/>
              </a:rPr>
              <a:t>Disponibilidade Garantida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7505252" y="2729894"/>
            <a:ext cx="1989630" cy="306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3"/>
              </a:lnSpc>
            </a:pPr>
            <a:r>
              <a:rPr lang="en-US" sz="1767" spc="3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Conectores Chave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7792336" y="3195542"/>
            <a:ext cx="3826802" cy="2042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b="true" sz="1413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WebSocket</a:t>
            </a: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sessão em tempo real (tablet criança ±³ professor)</a:t>
            </a:r>
          </a:p>
          <a:p>
            <a:pPr algn="l">
              <a:lnSpc>
                <a:spcPts val="2775"/>
              </a:lnSpc>
            </a:pPr>
            <a:r>
              <a:rPr lang="en-US" b="true" sz="1413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RabbitMQ</a:t>
            </a: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filas para geração de narrativas, </a:t>
            </a:r>
          </a:p>
          <a:p>
            <a:pPr algn="l">
              <a:lnSpc>
                <a:spcPts val="975"/>
              </a:lnSpc>
            </a:pP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imagens e áudio</a:t>
            </a:r>
          </a:p>
          <a:p>
            <a:pPr algn="l">
              <a:lnSpc>
                <a:spcPts val="3524"/>
              </a:lnSpc>
            </a:pPr>
            <a:r>
              <a:rPr lang="en-US" b="true" sz="1413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Apache Kafka</a:t>
            </a: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eventos de mudança </a:t>
            </a:r>
          </a:p>
          <a:p>
            <a:pPr algn="l">
              <a:lnSpc>
                <a:spcPts val="706"/>
              </a:lnSpc>
            </a:pP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emocional e alertas</a:t>
            </a:r>
          </a:p>
          <a:p>
            <a:pPr algn="l">
              <a:lnSpc>
                <a:spcPts val="3493"/>
              </a:lnSpc>
            </a:pPr>
            <a:r>
              <a:rPr lang="en-US" b="true" sz="1413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REST/HTTP</a:t>
            </a: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login, consultas e salvamentos </a:t>
            </a:r>
          </a:p>
          <a:p>
            <a:pPr algn="l">
              <a:lnSpc>
                <a:spcPts val="706"/>
              </a:lnSpc>
            </a:pPr>
            <a:r>
              <a:rPr lang="en-US" sz="1413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pontuais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3172" y="3172"/>
            <a:ext cx="12185647" cy="6851647"/>
            <a:chOff x="0" y="0"/>
            <a:chExt cx="16247529" cy="91355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47490" cy="9135491"/>
            </a:xfrm>
            <a:custGeom>
              <a:avLst/>
              <a:gdLst/>
              <a:ahLst/>
              <a:cxnLst/>
              <a:rect r="r" b="b" t="t" l="l"/>
              <a:pathLst>
                <a:path h="9135491" w="16247490">
                  <a:moveTo>
                    <a:pt x="0" y="0"/>
                  </a:moveTo>
                  <a:lnTo>
                    <a:pt x="16247490" y="0"/>
                  </a:lnTo>
                  <a:lnTo>
                    <a:pt x="16247490" y="9135491"/>
                  </a:lnTo>
                  <a:lnTo>
                    <a:pt x="0" y="9135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6" t="0" r="-6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0" y="-1591"/>
            <a:ext cx="12192000" cy="1860547"/>
            <a:chOff x="0" y="0"/>
            <a:chExt cx="16256000" cy="248072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256000" cy="2480691"/>
            </a:xfrm>
            <a:custGeom>
              <a:avLst/>
              <a:gdLst/>
              <a:ahLst/>
              <a:cxnLst/>
              <a:rect r="r" b="b" t="t" l="l"/>
              <a:pathLst>
                <a:path h="2480691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2480691"/>
                  </a:lnTo>
                  <a:lnTo>
                    <a:pt x="0" y="2480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25" r="0" b="-27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739569" y="2426227"/>
            <a:ext cx="1016003" cy="241297"/>
          </a:xfrm>
          <a:custGeom>
            <a:avLst/>
            <a:gdLst/>
            <a:ahLst/>
            <a:cxnLst/>
            <a:rect r="r" b="b" t="t" l="l"/>
            <a:pathLst>
              <a:path h="241297" w="1016003">
                <a:moveTo>
                  <a:pt x="0" y="0"/>
                </a:moveTo>
                <a:lnTo>
                  <a:pt x="1016003" y="0"/>
                </a:lnTo>
                <a:lnTo>
                  <a:pt x="1016003" y="241297"/>
                </a:lnTo>
                <a:lnTo>
                  <a:pt x="0" y="241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749303" y="3341037"/>
            <a:ext cx="5283203" cy="1403347"/>
          </a:xfrm>
          <a:custGeom>
            <a:avLst/>
            <a:gdLst/>
            <a:ahLst/>
            <a:cxnLst/>
            <a:rect r="r" b="b" t="t" l="l"/>
            <a:pathLst>
              <a:path h="1403347" w="5283203">
                <a:moveTo>
                  <a:pt x="0" y="0"/>
                </a:moveTo>
                <a:lnTo>
                  <a:pt x="5283203" y="0"/>
                </a:lnTo>
                <a:lnTo>
                  <a:pt x="5283203" y="1403346"/>
                </a:lnTo>
                <a:lnTo>
                  <a:pt x="0" y="140334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11" t="0" r="-11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41426" y="3331026"/>
            <a:ext cx="5295900" cy="1422397"/>
          </a:xfrm>
          <a:custGeom>
            <a:avLst/>
            <a:gdLst/>
            <a:ahLst/>
            <a:cxnLst/>
            <a:rect r="r" b="b" t="t" l="l"/>
            <a:pathLst>
              <a:path h="1422397" w="5295900">
                <a:moveTo>
                  <a:pt x="0" y="0"/>
                </a:moveTo>
                <a:lnTo>
                  <a:pt x="5295900" y="0"/>
                </a:lnTo>
                <a:lnTo>
                  <a:pt x="5295900" y="1422397"/>
                </a:lnTo>
                <a:lnTo>
                  <a:pt x="0" y="142239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759143" y="3351019"/>
            <a:ext cx="5264153" cy="450847"/>
          </a:xfrm>
          <a:custGeom>
            <a:avLst/>
            <a:gdLst/>
            <a:ahLst/>
            <a:cxnLst/>
            <a:rect r="r" b="b" t="t" l="l"/>
            <a:pathLst>
              <a:path h="450847" w="5264153">
                <a:moveTo>
                  <a:pt x="0" y="0"/>
                </a:moveTo>
                <a:lnTo>
                  <a:pt x="5264153" y="0"/>
                </a:lnTo>
                <a:lnTo>
                  <a:pt x="5264153" y="450847"/>
                </a:lnTo>
                <a:lnTo>
                  <a:pt x="0" y="45084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3362782" y="3486388"/>
            <a:ext cx="114300" cy="38100"/>
          </a:xfrm>
          <a:custGeom>
            <a:avLst/>
            <a:gdLst/>
            <a:ahLst/>
            <a:cxnLst/>
            <a:rect r="r" b="b" t="t" l="l"/>
            <a:pathLst>
              <a:path h="38100" w="114300">
                <a:moveTo>
                  <a:pt x="0" y="0"/>
                </a:moveTo>
                <a:lnTo>
                  <a:pt x="114300" y="0"/>
                </a:lnTo>
                <a:lnTo>
                  <a:pt x="1143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268437" y="3488636"/>
            <a:ext cx="107947" cy="57150"/>
          </a:xfrm>
          <a:custGeom>
            <a:avLst/>
            <a:gdLst/>
            <a:ahLst/>
            <a:cxnLst/>
            <a:rect r="r" b="b" t="t" l="l"/>
            <a:pathLst>
              <a:path h="57150" w="107947">
                <a:moveTo>
                  <a:pt x="0" y="0"/>
                </a:moveTo>
                <a:lnTo>
                  <a:pt x="107947" y="0"/>
                </a:lnTo>
                <a:lnTo>
                  <a:pt x="107947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3303746" y="3535128"/>
            <a:ext cx="165097" cy="38100"/>
          </a:xfrm>
          <a:custGeom>
            <a:avLst/>
            <a:gdLst/>
            <a:ahLst/>
            <a:cxnLst/>
            <a:rect r="r" b="b" t="t" l="l"/>
            <a:pathLst>
              <a:path h="38100" w="165097">
                <a:moveTo>
                  <a:pt x="0" y="0"/>
                </a:moveTo>
                <a:lnTo>
                  <a:pt x="165097" y="0"/>
                </a:lnTo>
                <a:lnTo>
                  <a:pt x="165097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3340084" y="3581257"/>
            <a:ext cx="95250" cy="31747"/>
          </a:xfrm>
          <a:custGeom>
            <a:avLst/>
            <a:gdLst/>
            <a:ahLst/>
            <a:cxnLst/>
            <a:rect r="r" b="b" t="t" l="l"/>
            <a:pathLst>
              <a:path h="31747" w="95250">
                <a:moveTo>
                  <a:pt x="0" y="0"/>
                </a:moveTo>
                <a:lnTo>
                  <a:pt x="95250" y="0"/>
                </a:lnTo>
                <a:lnTo>
                  <a:pt x="95250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3366040" y="3626558"/>
            <a:ext cx="38100" cy="38100"/>
          </a:xfrm>
          <a:custGeom>
            <a:avLst/>
            <a:gdLst/>
            <a:ahLst/>
            <a:cxnLst/>
            <a:rect r="r" b="b" t="t" l="l"/>
            <a:pathLst>
              <a:path h="38100" w="38100">
                <a:moveTo>
                  <a:pt x="0" y="0"/>
                </a:moveTo>
                <a:lnTo>
                  <a:pt x="38100" y="0"/>
                </a:lnTo>
                <a:lnTo>
                  <a:pt x="381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3468405" y="3509972"/>
            <a:ext cx="44453" cy="38100"/>
            <a:chOff x="0" y="0"/>
            <a:chExt cx="59271" cy="50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4077" y="7252"/>
              <a:ext cx="50800" cy="38100"/>
            </a:xfrm>
            <a:custGeom>
              <a:avLst/>
              <a:gdLst/>
              <a:ahLst/>
              <a:cxnLst/>
              <a:rect r="r" b="b" t="t" l="l"/>
              <a:pathLst>
                <a:path h="38100" w="50800">
                  <a:moveTo>
                    <a:pt x="0" y="0"/>
                  </a:moveTo>
                  <a:lnTo>
                    <a:pt x="50800" y="0"/>
                  </a:lnTo>
                  <a:lnTo>
                    <a:pt x="508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 l="-350" t="-7066" r="350" b="-4033"/>
              </a:stretch>
            </a:blipFill>
          </p:spPr>
        </p:sp>
      </p:grpSp>
      <p:sp>
        <p:nvSpPr>
          <p:cNvPr name="Freeform 21" id="21"/>
          <p:cNvSpPr/>
          <p:nvPr/>
        </p:nvSpPr>
        <p:spPr>
          <a:xfrm flipH="false" flipV="false" rot="0">
            <a:off x="6159503" y="3341037"/>
            <a:ext cx="5283203" cy="1403347"/>
          </a:xfrm>
          <a:custGeom>
            <a:avLst/>
            <a:gdLst/>
            <a:ahLst/>
            <a:cxnLst/>
            <a:rect r="r" b="b" t="t" l="l"/>
            <a:pathLst>
              <a:path h="1403347" w="5283203">
                <a:moveTo>
                  <a:pt x="0" y="0"/>
                </a:moveTo>
                <a:lnTo>
                  <a:pt x="5283203" y="0"/>
                </a:lnTo>
                <a:lnTo>
                  <a:pt x="5283203" y="1403346"/>
                </a:lnTo>
                <a:lnTo>
                  <a:pt x="0" y="140334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11" t="0" r="-11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151636" y="3331026"/>
            <a:ext cx="5295900" cy="1422397"/>
          </a:xfrm>
          <a:custGeom>
            <a:avLst/>
            <a:gdLst/>
            <a:ahLst/>
            <a:cxnLst/>
            <a:rect r="r" b="b" t="t" l="l"/>
            <a:pathLst>
              <a:path h="1422397" w="5295900">
                <a:moveTo>
                  <a:pt x="0" y="0"/>
                </a:moveTo>
                <a:lnTo>
                  <a:pt x="5295900" y="0"/>
                </a:lnTo>
                <a:lnTo>
                  <a:pt x="5295900" y="1422397"/>
                </a:lnTo>
                <a:lnTo>
                  <a:pt x="0" y="1422397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169342" y="3351019"/>
            <a:ext cx="5264153" cy="450847"/>
          </a:xfrm>
          <a:custGeom>
            <a:avLst/>
            <a:gdLst/>
            <a:ahLst/>
            <a:cxnLst/>
            <a:rect r="r" b="b" t="t" l="l"/>
            <a:pathLst>
              <a:path h="450847" w="5264153">
                <a:moveTo>
                  <a:pt x="0" y="0"/>
                </a:moveTo>
                <a:lnTo>
                  <a:pt x="5264154" y="0"/>
                </a:lnTo>
                <a:lnTo>
                  <a:pt x="5264154" y="450847"/>
                </a:lnTo>
                <a:lnTo>
                  <a:pt x="0" y="450847"/>
                </a:lnTo>
                <a:lnTo>
                  <a:pt x="0" y="0"/>
                </a:lnTo>
                <a:close/>
              </a:path>
            </a:pathLst>
          </a:custGeom>
          <a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8824370" y="3552225"/>
            <a:ext cx="31747" cy="31747"/>
          </a:xfrm>
          <a:custGeom>
            <a:avLst/>
            <a:gdLst/>
            <a:ahLst/>
            <a:cxnLst/>
            <a:rect r="r" b="b" t="t" l="l"/>
            <a:pathLst>
              <a:path h="31747" w="31747">
                <a:moveTo>
                  <a:pt x="0" y="0"/>
                </a:moveTo>
                <a:lnTo>
                  <a:pt x="31746" y="0"/>
                </a:lnTo>
                <a:lnTo>
                  <a:pt x="31746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8784860" y="3572904"/>
            <a:ext cx="38100" cy="57150"/>
          </a:xfrm>
          <a:custGeom>
            <a:avLst/>
            <a:gdLst/>
            <a:ahLst/>
            <a:cxnLst/>
            <a:rect r="r" b="b" t="t" l="l"/>
            <a:pathLst>
              <a:path h="57150" w="38100">
                <a:moveTo>
                  <a:pt x="0" y="0"/>
                </a:moveTo>
                <a:lnTo>
                  <a:pt x="38100" y="0"/>
                </a:lnTo>
                <a:lnTo>
                  <a:pt x="38100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8846325" y="3618948"/>
            <a:ext cx="38100" cy="57150"/>
          </a:xfrm>
          <a:custGeom>
            <a:avLst/>
            <a:gdLst/>
            <a:ahLst/>
            <a:cxnLst/>
            <a:rect r="r" b="b" t="t" l="l"/>
            <a:pathLst>
              <a:path h="57150" w="38100">
                <a:moveTo>
                  <a:pt x="0" y="0"/>
                </a:moveTo>
                <a:lnTo>
                  <a:pt x="38100" y="0"/>
                </a:lnTo>
                <a:lnTo>
                  <a:pt x="38100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8686990" y="3634340"/>
            <a:ext cx="57150" cy="57150"/>
          </a:xfrm>
          <a:custGeom>
            <a:avLst/>
            <a:gdLst/>
            <a:ahLst/>
            <a:cxnLst/>
            <a:rect r="r" b="b" t="t" l="l"/>
            <a:pathLst>
              <a:path h="57150" w="57150">
                <a:moveTo>
                  <a:pt x="0" y="0"/>
                </a:moveTo>
                <a:lnTo>
                  <a:pt x="57150" y="0"/>
                </a:lnTo>
                <a:lnTo>
                  <a:pt x="57150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8840867" y="3465433"/>
            <a:ext cx="69847" cy="38100"/>
          </a:xfrm>
          <a:custGeom>
            <a:avLst/>
            <a:gdLst/>
            <a:ahLst/>
            <a:cxnLst/>
            <a:rect r="r" b="b" t="t" l="l"/>
            <a:pathLst>
              <a:path h="38100" w="69847">
                <a:moveTo>
                  <a:pt x="0" y="0"/>
                </a:moveTo>
                <a:lnTo>
                  <a:pt x="69847" y="0"/>
                </a:lnTo>
                <a:lnTo>
                  <a:pt x="69847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8840867" y="3492675"/>
            <a:ext cx="69847" cy="38100"/>
          </a:xfrm>
          <a:custGeom>
            <a:avLst/>
            <a:gdLst/>
            <a:ahLst/>
            <a:cxnLst/>
            <a:rect r="r" b="b" t="t" l="l"/>
            <a:pathLst>
              <a:path h="38100" w="69847">
                <a:moveTo>
                  <a:pt x="0" y="0"/>
                </a:moveTo>
                <a:lnTo>
                  <a:pt x="69847" y="0"/>
                </a:lnTo>
                <a:lnTo>
                  <a:pt x="69847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8839876" y="3471377"/>
            <a:ext cx="12697" cy="95250"/>
          </a:xfrm>
          <a:custGeom>
            <a:avLst/>
            <a:gdLst/>
            <a:ahLst/>
            <a:cxnLst/>
            <a:rect r="r" b="b" t="t" l="l"/>
            <a:pathLst>
              <a:path h="95250" w="12697">
                <a:moveTo>
                  <a:pt x="0" y="0"/>
                </a:moveTo>
                <a:lnTo>
                  <a:pt x="12697" y="0"/>
                </a:lnTo>
                <a:lnTo>
                  <a:pt x="12697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8839848" y="3461033"/>
            <a:ext cx="12697" cy="19050"/>
          </a:xfrm>
          <a:custGeom>
            <a:avLst/>
            <a:gdLst/>
            <a:ahLst/>
            <a:cxnLst/>
            <a:rect r="r" b="b" t="t" l="l"/>
            <a:pathLst>
              <a:path h="19050" w="12697">
                <a:moveTo>
                  <a:pt x="0" y="0"/>
                </a:moveTo>
                <a:lnTo>
                  <a:pt x="12697" y="0"/>
                </a:lnTo>
                <a:lnTo>
                  <a:pt x="1269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749303" y="4874562"/>
            <a:ext cx="5283203" cy="1403347"/>
          </a:xfrm>
          <a:custGeom>
            <a:avLst/>
            <a:gdLst/>
            <a:ahLst/>
            <a:cxnLst/>
            <a:rect r="r" b="b" t="t" l="l"/>
            <a:pathLst>
              <a:path h="1403347" w="5283203">
                <a:moveTo>
                  <a:pt x="0" y="0"/>
                </a:moveTo>
                <a:lnTo>
                  <a:pt x="5283203" y="0"/>
                </a:lnTo>
                <a:lnTo>
                  <a:pt x="5283203" y="1403346"/>
                </a:lnTo>
                <a:lnTo>
                  <a:pt x="0" y="1403346"/>
                </a:lnTo>
                <a:lnTo>
                  <a:pt x="0" y="0"/>
                </a:lnTo>
                <a:close/>
              </a:path>
            </a:pathLst>
          </a:custGeom>
          <a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 l="11" t="0" r="-11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741426" y="4864551"/>
            <a:ext cx="5295900" cy="1422397"/>
          </a:xfrm>
          <a:custGeom>
            <a:avLst/>
            <a:gdLst/>
            <a:ahLst/>
            <a:cxnLst/>
            <a:rect r="r" b="b" t="t" l="l"/>
            <a:pathLst>
              <a:path h="1422397" w="5295900">
                <a:moveTo>
                  <a:pt x="0" y="0"/>
                </a:moveTo>
                <a:lnTo>
                  <a:pt x="5295900" y="0"/>
                </a:lnTo>
                <a:lnTo>
                  <a:pt x="5295900" y="1422397"/>
                </a:lnTo>
                <a:lnTo>
                  <a:pt x="0" y="1422397"/>
                </a:lnTo>
                <a:lnTo>
                  <a:pt x="0" y="0"/>
                </a:lnTo>
                <a:close/>
              </a:path>
            </a:pathLst>
          </a:custGeom>
          <a:blipFill>
            <a:blip r:embed="rId49">
              <a:extLst>
                <a:ext uri="{96DAC541-7B7A-43D3-8B79-37D633B846F1}">
                  <asvg:svgBlip xmlns:asvg="http://schemas.microsoft.com/office/drawing/2016/SVG/main" r:embed="rId5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759143" y="4884544"/>
            <a:ext cx="5264153" cy="450847"/>
          </a:xfrm>
          <a:custGeom>
            <a:avLst/>
            <a:gdLst/>
            <a:ahLst/>
            <a:cxnLst/>
            <a:rect r="r" b="b" t="t" l="l"/>
            <a:pathLst>
              <a:path h="450847" w="5264153">
                <a:moveTo>
                  <a:pt x="0" y="0"/>
                </a:moveTo>
                <a:lnTo>
                  <a:pt x="5264153" y="0"/>
                </a:lnTo>
                <a:lnTo>
                  <a:pt x="5264153" y="450847"/>
                </a:lnTo>
                <a:lnTo>
                  <a:pt x="0" y="450847"/>
                </a:lnTo>
                <a:lnTo>
                  <a:pt x="0" y="0"/>
                </a:lnTo>
                <a:close/>
              </a:path>
            </a:pathLst>
          </a:custGeom>
          <a:blipFill>
            <a:blip r:embed="rId51">
              <a:extLst>
                <a:ext uri="{96DAC541-7B7A-43D3-8B79-37D633B846F1}">
                  <asvg:svgBlip xmlns:asvg="http://schemas.microsoft.com/office/drawing/2016/SVG/main" r:embed="rId5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3370850" y="4993986"/>
            <a:ext cx="31747" cy="31747"/>
          </a:xfrm>
          <a:custGeom>
            <a:avLst/>
            <a:gdLst/>
            <a:ahLst/>
            <a:cxnLst/>
            <a:rect r="r" b="b" t="t" l="l"/>
            <a:pathLst>
              <a:path h="31747" w="31747">
                <a:moveTo>
                  <a:pt x="0" y="0"/>
                </a:moveTo>
                <a:lnTo>
                  <a:pt x="31747" y="0"/>
                </a:lnTo>
                <a:lnTo>
                  <a:pt x="31747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53">
              <a:extLst>
                <a:ext uri="{96DAC541-7B7A-43D3-8B79-37D633B846F1}">
                  <asvg:svgBlip xmlns:asvg="http://schemas.microsoft.com/office/drawing/2016/SVG/main" r:embed="rId5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6" id="36"/>
          <p:cNvGrpSpPr/>
          <p:nvPr/>
        </p:nvGrpSpPr>
        <p:grpSpPr>
          <a:xfrm rot="0">
            <a:off x="3311862" y="5098247"/>
            <a:ext cx="50797" cy="38100"/>
            <a:chOff x="0" y="0"/>
            <a:chExt cx="67729" cy="50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10655" y="9131"/>
              <a:ext cx="50800" cy="38100"/>
            </a:xfrm>
            <a:custGeom>
              <a:avLst/>
              <a:gdLst/>
              <a:ahLst/>
              <a:cxnLst/>
              <a:rect r="r" b="b" t="t" l="l"/>
              <a:pathLst>
                <a:path h="38100" w="50800">
                  <a:moveTo>
                    <a:pt x="0" y="0"/>
                  </a:moveTo>
                  <a:lnTo>
                    <a:pt x="50800" y="0"/>
                  </a:lnTo>
                  <a:lnTo>
                    <a:pt x="508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5"/>
              <a:stretch>
                <a:fillRect l="-2999" t="-9466" r="3000" b="-1633"/>
              </a:stretch>
            </a:blipFill>
          </p:spPr>
        </p:sp>
      </p:grpSp>
      <p:sp>
        <p:nvSpPr>
          <p:cNvPr name="Freeform 38" id="38"/>
          <p:cNvSpPr/>
          <p:nvPr/>
        </p:nvSpPr>
        <p:spPr>
          <a:xfrm flipH="false" flipV="false" rot="0">
            <a:off x="3400263" y="5140642"/>
            <a:ext cx="38100" cy="38100"/>
          </a:xfrm>
          <a:custGeom>
            <a:avLst/>
            <a:gdLst/>
            <a:ahLst/>
            <a:cxnLst/>
            <a:rect r="r" b="b" t="t" l="l"/>
            <a:pathLst>
              <a:path h="38100" w="38100">
                <a:moveTo>
                  <a:pt x="0" y="0"/>
                </a:moveTo>
                <a:lnTo>
                  <a:pt x="38100" y="0"/>
                </a:lnTo>
                <a:lnTo>
                  <a:pt x="381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56">
              <a:extLst>
                <a:ext uri="{96DAC541-7B7A-43D3-8B79-37D633B846F1}">
                  <asvg:svgBlip xmlns:asvg="http://schemas.microsoft.com/office/drawing/2016/SVG/main" r:embed="rId5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3418503" y="5093427"/>
            <a:ext cx="19050" cy="31747"/>
          </a:xfrm>
          <a:custGeom>
            <a:avLst/>
            <a:gdLst/>
            <a:ahLst/>
            <a:cxnLst/>
            <a:rect r="r" b="b" t="t" l="l"/>
            <a:pathLst>
              <a:path h="31747" w="19050">
                <a:moveTo>
                  <a:pt x="0" y="0"/>
                </a:moveTo>
                <a:lnTo>
                  <a:pt x="19050" y="0"/>
                </a:lnTo>
                <a:lnTo>
                  <a:pt x="19050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58">
              <a:extLst>
                <a:ext uri="{96DAC541-7B7A-43D3-8B79-37D633B846F1}">
                  <asvg:svgBlip xmlns:asvg="http://schemas.microsoft.com/office/drawing/2016/SVG/main" r:embed="rId5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3330388" y="5034534"/>
            <a:ext cx="31747" cy="76200"/>
          </a:xfrm>
          <a:custGeom>
            <a:avLst/>
            <a:gdLst/>
            <a:ahLst/>
            <a:cxnLst/>
            <a:rect r="r" b="b" t="t" l="l"/>
            <a:pathLst>
              <a:path h="76200" w="31747">
                <a:moveTo>
                  <a:pt x="0" y="0"/>
                </a:moveTo>
                <a:lnTo>
                  <a:pt x="31746" y="0"/>
                </a:lnTo>
                <a:lnTo>
                  <a:pt x="31746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 r:embed="rId60">
              <a:extLst>
                <a:ext uri="{96DAC541-7B7A-43D3-8B79-37D633B846F1}">
                  <asvg:svgBlip xmlns:asvg="http://schemas.microsoft.com/office/drawing/2016/SVG/main" r:embed="rId6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3340132" y="5143490"/>
            <a:ext cx="31747" cy="38100"/>
          </a:xfrm>
          <a:custGeom>
            <a:avLst/>
            <a:gdLst/>
            <a:ahLst/>
            <a:cxnLst/>
            <a:rect r="r" b="b" t="t" l="l"/>
            <a:pathLst>
              <a:path h="38100" w="31747">
                <a:moveTo>
                  <a:pt x="0" y="0"/>
                </a:moveTo>
                <a:lnTo>
                  <a:pt x="31747" y="0"/>
                </a:lnTo>
                <a:lnTo>
                  <a:pt x="31747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62">
              <a:extLst>
                <a:ext uri="{96DAC541-7B7A-43D3-8B79-37D633B846F1}">
                  <asvg:svgBlip xmlns:asvg="http://schemas.microsoft.com/office/drawing/2016/SVG/main" r:embed="rId6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3419437" y="5075263"/>
            <a:ext cx="25403" cy="31747"/>
          </a:xfrm>
          <a:custGeom>
            <a:avLst/>
            <a:gdLst/>
            <a:ahLst/>
            <a:cxnLst/>
            <a:rect r="r" b="b" t="t" l="l"/>
            <a:pathLst>
              <a:path h="31747" w="25403">
                <a:moveTo>
                  <a:pt x="0" y="0"/>
                </a:moveTo>
                <a:lnTo>
                  <a:pt x="25403" y="0"/>
                </a:lnTo>
                <a:lnTo>
                  <a:pt x="25403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64">
              <a:extLst>
                <a:ext uri="{96DAC541-7B7A-43D3-8B79-37D633B846F1}">
                  <asvg:svgBlip xmlns:asvg="http://schemas.microsoft.com/office/drawing/2016/SVG/main" r:embed="rId6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3379737" y="5013503"/>
            <a:ext cx="12697" cy="31747"/>
          </a:xfrm>
          <a:custGeom>
            <a:avLst/>
            <a:gdLst/>
            <a:ahLst/>
            <a:cxnLst/>
            <a:rect r="r" b="b" t="t" l="l"/>
            <a:pathLst>
              <a:path h="31747" w="12697">
                <a:moveTo>
                  <a:pt x="0" y="0"/>
                </a:moveTo>
                <a:lnTo>
                  <a:pt x="12697" y="0"/>
                </a:lnTo>
                <a:lnTo>
                  <a:pt x="12697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66">
              <a:extLs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3306204" y="5152015"/>
            <a:ext cx="25403" cy="31747"/>
          </a:xfrm>
          <a:custGeom>
            <a:avLst/>
            <a:gdLst/>
            <a:ahLst/>
            <a:cxnLst/>
            <a:rect r="r" b="b" t="t" l="l"/>
            <a:pathLst>
              <a:path h="31747" w="25403">
                <a:moveTo>
                  <a:pt x="0" y="0"/>
                </a:moveTo>
                <a:lnTo>
                  <a:pt x="25403" y="0"/>
                </a:lnTo>
                <a:lnTo>
                  <a:pt x="25403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68">
              <a:extLs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3317577" y="5152311"/>
            <a:ext cx="25403" cy="31747"/>
          </a:xfrm>
          <a:custGeom>
            <a:avLst/>
            <a:gdLst/>
            <a:ahLst/>
            <a:cxnLst/>
            <a:rect r="r" b="b" t="t" l="l"/>
            <a:pathLst>
              <a:path h="31747" w="25403">
                <a:moveTo>
                  <a:pt x="0" y="0"/>
                </a:moveTo>
                <a:lnTo>
                  <a:pt x="25403" y="0"/>
                </a:lnTo>
                <a:lnTo>
                  <a:pt x="25403" y="31746"/>
                </a:lnTo>
                <a:lnTo>
                  <a:pt x="0" y="31746"/>
                </a:lnTo>
                <a:lnTo>
                  <a:pt x="0" y="0"/>
                </a:lnTo>
                <a:close/>
              </a:path>
            </a:pathLst>
          </a:custGeom>
          <a:blipFill>
            <a:blip r:embed="rId70">
              <a:extLst>
                <a:ext uri="{96DAC541-7B7A-43D3-8B79-37D633B846F1}">
                  <asvg:svgBlip xmlns:asvg="http://schemas.microsoft.com/office/drawing/2016/SVG/main" r:embed="rId7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3352743" y="5166646"/>
            <a:ext cx="12697" cy="57150"/>
          </a:xfrm>
          <a:custGeom>
            <a:avLst/>
            <a:gdLst/>
            <a:ahLst/>
            <a:cxnLst/>
            <a:rect r="r" b="b" t="t" l="l"/>
            <a:pathLst>
              <a:path h="57150" w="12697">
                <a:moveTo>
                  <a:pt x="0" y="0"/>
                </a:moveTo>
                <a:lnTo>
                  <a:pt x="12697" y="0"/>
                </a:lnTo>
                <a:lnTo>
                  <a:pt x="12697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blipFill>
            <a:blip r:embed="rId72">
              <a:extLst>
                <a:ext uri="{96DAC541-7B7A-43D3-8B79-37D633B846F1}">
                  <asvg:svgBlip xmlns:asvg="http://schemas.microsoft.com/office/drawing/2016/SVG/main" r:embed="rId7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7" id="47"/>
          <p:cNvSpPr/>
          <p:nvPr/>
        </p:nvSpPr>
        <p:spPr>
          <a:xfrm flipH="false" flipV="false" rot="0">
            <a:off x="3406902" y="5166731"/>
            <a:ext cx="12697" cy="57150"/>
          </a:xfrm>
          <a:custGeom>
            <a:avLst/>
            <a:gdLst/>
            <a:ahLst/>
            <a:cxnLst/>
            <a:rect r="r" b="b" t="t" l="l"/>
            <a:pathLst>
              <a:path h="57150" w="12697">
                <a:moveTo>
                  <a:pt x="0" y="0"/>
                </a:moveTo>
                <a:lnTo>
                  <a:pt x="12697" y="0"/>
                </a:lnTo>
                <a:lnTo>
                  <a:pt x="12697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blipFill>
            <a:blip r:embed="rId74">
              <a:extLst>
                <a:ext uri="{96DAC541-7B7A-43D3-8B79-37D633B846F1}">
                  <asvg:svgBlip xmlns:asvg="http://schemas.microsoft.com/office/drawing/2016/SVG/main" r:embed="rId7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8" id="48"/>
          <p:cNvSpPr/>
          <p:nvPr/>
        </p:nvSpPr>
        <p:spPr>
          <a:xfrm flipH="false" flipV="false" rot="0">
            <a:off x="3441325" y="5117335"/>
            <a:ext cx="12697" cy="50797"/>
          </a:xfrm>
          <a:custGeom>
            <a:avLst/>
            <a:gdLst/>
            <a:ahLst/>
            <a:cxnLst/>
            <a:rect r="r" b="b" t="t" l="l"/>
            <a:pathLst>
              <a:path h="50797" w="12697">
                <a:moveTo>
                  <a:pt x="0" y="0"/>
                </a:moveTo>
                <a:lnTo>
                  <a:pt x="12697" y="0"/>
                </a:lnTo>
                <a:lnTo>
                  <a:pt x="12697" y="50797"/>
                </a:lnTo>
                <a:lnTo>
                  <a:pt x="0" y="50797"/>
                </a:lnTo>
                <a:lnTo>
                  <a:pt x="0" y="0"/>
                </a:lnTo>
                <a:close/>
              </a:path>
            </a:pathLst>
          </a:custGeom>
          <a:blipFill>
            <a:blip r:embed="rId76">
              <a:extLst>
                <a:ext uri="{96DAC541-7B7A-43D3-8B79-37D633B846F1}">
                  <asvg:svgBlip xmlns:asvg="http://schemas.microsoft.com/office/drawing/2016/SVG/main" r:embed="rId7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3433562" y="5152311"/>
            <a:ext cx="19050" cy="31747"/>
          </a:xfrm>
          <a:custGeom>
            <a:avLst/>
            <a:gdLst/>
            <a:ahLst/>
            <a:cxnLst/>
            <a:rect r="r" b="b" t="t" l="l"/>
            <a:pathLst>
              <a:path h="31747" w="19050">
                <a:moveTo>
                  <a:pt x="0" y="0"/>
                </a:moveTo>
                <a:lnTo>
                  <a:pt x="19050" y="0"/>
                </a:lnTo>
                <a:lnTo>
                  <a:pt x="19050" y="31746"/>
                </a:lnTo>
                <a:lnTo>
                  <a:pt x="0" y="31746"/>
                </a:lnTo>
                <a:lnTo>
                  <a:pt x="0" y="0"/>
                </a:lnTo>
                <a:close/>
              </a:path>
            </a:pathLst>
          </a:custGeom>
          <a:blipFill>
            <a:blip r:embed="rId78">
              <a:extLs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0" id="50"/>
          <p:cNvSpPr/>
          <p:nvPr/>
        </p:nvSpPr>
        <p:spPr>
          <a:xfrm flipH="false" flipV="false" rot="0">
            <a:off x="3443688" y="5152596"/>
            <a:ext cx="25403" cy="31747"/>
          </a:xfrm>
          <a:custGeom>
            <a:avLst/>
            <a:gdLst/>
            <a:ahLst/>
            <a:cxnLst/>
            <a:rect r="r" b="b" t="t" l="l"/>
            <a:pathLst>
              <a:path h="31747" w="25403">
                <a:moveTo>
                  <a:pt x="0" y="0"/>
                </a:moveTo>
                <a:lnTo>
                  <a:pt x="25403" y="0"/>
                </a:lnTo>
                <a:lnTo>
                  <a:pt x="25403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80">
              <a:extLst>
                <a:ext uri="{96DAC541-7B7A-43D3-8B79-37D633B846F1}">
                  <asvg:svgBlip xmlns:asvg="http://schemas.microsoft.com/office/drawing/2016/SVG/main" r:embed="rId8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1" id="51"/>
          <p:cNvSpPr/>
          <p:nvPr/>
        </p:nvSpPr>
        <p:spPr>
          <a:xfrm flipH="false" flipV="false" rot="0">
            <a:off x="3350076" y="5053441"/>
            <a:ext cx="31747" cy="31747"/>
          </a:xfrm>
          <a:custGeom>
            <a:avLst/>
            <a:gdLst/>
            <a:ahLst/>
            <a:cxnLst/>
            <a:rect r="r" b="b" t="t" l="l"/>
            <a:pathLst>
              <a:path h="31747" w="31747">
                <a:moveTo>
                  <a:pt x="0" y="0"/>
                </a:moveTo>
                <a:lnTo>
                  <a:pt x="31747" y="0"/>
                </a:lnTo>
                <a:lnTo>
                  <a:pt x="31747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82">
              <a:extLst>
                <a:ext uri="{96DAC541-7B7A-43D3-8B79-37D633B846F1}">
                  <asvg:svgBlip xmlns:asvg="http://schemas.microsoft.com/office/drawing/2016/SVG/main" r:embed="rId8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3392224" y="5053384"/>
            <a:ext cx="31747" cy="31747"/>
          </a:xfrm>
          <a:custGeom>
            <a:avLst/>
            <a:gdLst/>
            <a:ahLst/>
            <a:cxnLst/>
            <a:rect r="r" b="b" t="t" l="l"/>
            <a:pathLst>
              <a:path h="31747" w="31747">
                <a:moveTo>
                  <a:pt x="0" y="0"/>
                </a:moveTo>
                <a:lnTo>
                  <a:pt x="31747" y="0"/>
                </a:lnTo>
                <a:lnTo>
                  <a:pt x="31747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84">
              <a:extLst>
                <a:ext uri="{96DAC541-7B7A-43D3-8B79-37D633B846F1}">
                  <asvg:svgBlip xmlns:asvg="http://schemas.microsoft.com/office/drawing/2016/SVG/main" r:embed="rId8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3338827" y="5103657"/>
            <a:ext cx="12697" cy="50797"/>
          </a:xfrm>
          <a:custGeom>
            <a:avLst/>
            <a:gdLst/>
            <a:ahLst/>
            <a:cxnLst/>
            <a:rect r="r" b="b" t="t" l="l"/>
            <a:pathLst>
              <a:path h="50797" w="12697">
                <a:moveTo>
                  <a:pt x="0" y="0"/>
                </a:moveTo>
                <a:lnTo>
                  <a:pt x="12697" y="0"/>
                </a:lnTo>
                <a:lnTo>
                  <a:pt x="12697" y="50797"/>
                </a:lnTo>
                <a:lnTo>
                  <a:pt x="0" y="50797"/>
                </a:lnTo>
                <a:lnTo>
                  <a:pt x="0" y="0"/>
                </a:lnTo>
                <a:close/>
              </a:path>
            </a:pathLst>
          </a:custGeom>
          <a:blipFill>
            <a:blip r:embed="rId86">
              <a:extLst>
                <a:ext uri="{96DAC541-7B7A-43D3-8B79-37D633B846F1}">
                  <asvg:svgBlip xmlns:asvg="http://schemas.microsoft.com/office/drawing/2016/SVG/main" r:embed="rId8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4" id="54"/>
          <p:cNvGrpSpPr/>
          <p:nvPr/>
        </p:nvGrpSpPr>
        <p:grpSpPr>
          <a:xfrm rot="0">
            <a:off x="3428867" y="5053994"/>
            <a:ext cx="12697" cy="38100"/>
            <a:chOff x="0" y="0"/>
            <a:chExt cx="16929" cy="508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3137" y="152"/>
              <a:ext cx="12700" cy="50800"/>
            </a:xfrm>
            <a:custGeom>
              <a:avLst/>
              <a:gdLst/>
              <a:ahLst/>
              <a:cxnLst/>
              <a:rect r="r" b="b" t="t" l="l"/>
              <a:pathLst>
                <a:path h="50800" w="12700">
                  <a:moveTo>
                    <a:pt x="0" y="0"/>
                  </a:moveTo>
                  <a:lnTo>
                    <a:pt x="12700" y="0"/>
                  </a:lnTo>
                  <a:lnTo>
                    <a:pt x="12700" y="50800"/>
                  </a:lnTo>
                  <a:lnTo>
                    <a:pt x="0" y="50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8"/>
              <a:stretch>
                <a:fillRect l="-24699" t="-299" r="-8600" b="300"/>
              </a:stretch>
            </a:blipFill>
          </p:spPr>
        </p:sp>
      </p:grpSp>
      <p:sp>
        <p:nvSpPr>
          <p:cNvPr name="Freeform 56" id="56"/>
          <p:cNvSpPr/>
          <p:nvPr/>
        </p:nvSpPr>
        <p:spPr>
          <a:xfrm flipH="false" flipV="false" rot="0">
            <a:off x="3405483" y="5030429"/>
            <a:ext cx="38100" cy="38100"/>
          </a:xfrm>
          <a:custGeom>
            <a:avLst/>
            <a:gdLst/>
            <a:ahLst/>
            <a:cxnLst/>
            <a:rect r="r" b="b" t="t" l="l"/>
            <a:pathLst>
              <a:path h="38100" w="38100">
                <a:moveTo>
                  <a:pt x="0" y="0"/>
                </a:moveTo>
                <a:lnTo>
                  <a:pt x="38100" y="0"/>
                </a:lnTo>
                <a:lnTo>
                  <a:pt x="381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89">
              <a:extLst>
                <a:ext uri="{96DAC541-7B7A-43D3-8B79-37D633B846F1}">
                  <asvg:svgBlip xmlns:asvg="http://schemas.microsoft.com/office/drawing/2016/SVG/main" r:embed="rId9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3317224" y="5122593"/>
            <a:ext cx="12697" cy="38100"/>
          </a:xfrm>
          <a:custGeom>
            <a:avLst/>
            <a:gdLst/>
            <a:ahLst/>
            <a:cxnLst/>
            <a:rect r="r" b="b" t="t" l="l"/>
            <a:pathLst>
              <a:path h="38100" w="12697">
                <a:moveTo>
                  <a:pt x="0" y="0"/>
                </a:moveTo>
                <a:lnTo>
                  <a:pt x="12697" y="0"/>
                </a:lnTo>
                <a:lnTo>
                  <a:pt x="12697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91">
              <a:extLst>
                <a:ext uri="{96DAC541-7B7A-43D3-8B79-37D633B846F1}">
                  <asvg:svgBlip xmlns:asvg="http://schemas.microsoft.com/office/drawing/2016/SVG/main" r:embed="rId9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8" id="58"/>
          <p:cNvSpPr/>
          <p:nvPr/>
        </p:nvSpPr>
        <p:spPr>
          <a:xfrm flipH="false" flipV="false" rot="0">
            <a:off x="3421256" y="5102723"/>
            <a:ext cx="38100" cy="31747"/>
          </a:xfrm>
          <a:custGeom>
            <a:avLst/>
            <a:gdLst/>
            <a:ahLst/>
            <a:cxnLst/>
            <a:rect r="r" b="b" t="t" l="l"/>
            <a:pathLst>
              <a:path h="31747" w="38100">
                <a:moveTo>
                  <a:pt x="0" y="0"/>
                </a:moveTo>
                <a:lnTo>
                  <a:pt x="38100" y="0"/>
                </a:lnTo>
                <a:lnTo>
                  <a:pt x="38100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93">
              <a:extLst>
                <a:ext uri="{96DAC541-7B7A-43D3-8B79-37D633B846F1}">
                  <asvg:svgBlip xmlns:asvg="http://schemas.microsoft.com/office/drawing/2016/SVG/main" r:embed="rId9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9" id="59"/>
          <p:cNvSpPr/>
          <p:nvPr/>
        </p:nvSpPr>
        <p:spPr>
          <a:xfrm flipH="false" flipV="false" rot="0">
            <a:off x="6159503" y="4874562"/>
            <a:ext cx="5283203" cy="1403347"/>
          </a:xfrm>
          <a:custGeom>
            <a:avLst/>
            <a:gdLst/>
            <a:ahLst/>
            <a:cxnLst/>
            <a:rect r="r" b="b" t="t" l="l"/>
            <a:pathLst>
              <a:path h="1403347" w="5283203">
                <a:moveTo>
                  <a:pt x="0" y="0"/>
                </a:moveTo>
                <a:lnTo>
                  <a:pt x="5283203" y="0"/>
                </a:lnTo>
                <a:lnTo>
                  <a:pt x="5283203" y="1403346"/>
                </a:lnTo>
                <a:lnTo>
                  <a:pt x="0" y="1403346"/>
                </a:lnTo>
                <a:lnTo>
                  <a:pt x="0" y="0"/>
                </a:lnTo>
                <a:close/>
              </a:path>
            </a:pathLst>
          </a:custGeom>
          <a:blipFill>
            <a:blip r:embed="rId95">
              <a:extLst>
                <a:ext uri="{96DAC541-7B7A-43D3-8B79-37D633B846F1}">
                  <asvg:svgBlip xmlns:asvg="http://schemas.microsoft.com/office/drawing/2016/SVG/main" r:embed="rId96"/>
                </a:ext>
              </a:extLst>
            </a:blip>
            <a:stretch>
              <a:fillRect l="11" t="0" r="-11" b="0"/>
            </a:stretch>
          </a:blipFill>
        </p:spPr>
      </p:sp>
      <p:sp>
        <p:nvSpPr>
          <p:cNvPr name="Freeform 60" id="60"/>
          <p:cNvSpPr/>
          <p:nvPr/>
        </p:nvSpPr>
        <p:spPr>
          <a:xfrm flipH="false" flipV="false" rot="0">
            <a:off x="6151636" y="4864551"/>
            <a:ext cx="5295900" cy="1422397"/>
          </a:xfrm>
          <a:custGeom>
            <a:avLst/>
            <a:gdLst/>
            <a:ahLst/>
            <a:cxnLst/>
            <a:rect r="r" b="b" t="t" l="l"/>
            <a:pathLst>
              <a:path h="1422397" w="5295900">
                <a:moveTo>
                  <a:pt x="0" y="0"/>
                </a:moveTo>
                <a:lnTo>
                  <a:pt x="5295900" y="0"/>
                </a:lnTo>
                <a:lnTo>
                  <a:pt x="5295900" y="1422397"/>
                </a:lnTo>
                <a:lnTo>
                  <a:pt x="0" y="1422397"/>
                </a:lnTo>
                <a:lnTo>
                  <a:pt x="0" y="0"/>
                </a:lnTo>
                <a:close/>
              </a:path>
            </a:pathLst>
          </a:custGeom>
          <a:blipFill>
            <a:blip r:embed="rId97">
              <a:extLst>
                <a:ext uri="{96DAC541-7B7A-43D3-8B79-37D633B846F1}">
                  <asvg:svgBlip xmlns:asvg="http://schemas.microsoft.com/office/drawing/2016/SVG/main" r:embed="rId9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1" id="61"/>
          <p:cNvSpPr/>
          <p:nvPr/>
        </p:nvSpPr>
        <p:spPr>
          <a:xfrm flipH="false" flipV="false" rot="0">
            <a:off x="6169342" y="4884544"/>
            <a:ext cx="5264153" cy="450847"/>
          </a:xfrm>
          <a:custGeom>
            <a:avLst/>
            <a:gdLst/>
            <a:ahLst/>
            <a:cxnLst/>
            <a:rect r="r" b="b" t="t" l="l"/>
            <a:pathLst>
              <a:path h="450847" w="5264153">
                <a:moveTo>
                  <a:pt x="0" y="0"/>
                </a:moveTo>
                <a:lnTo>
                  <a:pt x="5264154" y="0"/>
                </a:lnTo>
                <a:lnTo>
                  <a:pt x="5264154" y="450847"/>
                </a:lnTo>
                <a:lnTo>
                  <a:pt x="0" y="450847"/>
                </a:lnTo>
                <a:lnTo>
                  <a:pt x="0" y="0"/>
                </a:lnTo>
                <a:close/>
              </a:path>
            </a:pathLst>
          </a:custGeom>
          <a:blipFill>
            <a:blip r:embed="rId99">
              <a:extLst>
                <a:ext uri="{96DAC541-7B7A-43D3-8B79-37D633B846F1}">
                  <asvg:svgBlip xmlns:asvg="http://schemas.microsoft.com/office/drawing/2016/SVG/main" r:embed="rId10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2" id="62"/>
          <p:cNvSpPr/>
          <p:nvPr/>
        </p:nvSpPr>
        <p:spPr>
          <a:xfrm flipH="false" flipV="false" rot="0">
            <a:off x="8850097" y="5006092"/>
            <a:ext cx="31747" cy="31747"/>
          </a:xfrm>
          <a:custGeom>
            <a:avLst/>
            <a:gdLst/>
            <a:ahLst/>
            <a:cxnLst/>
            <a:rect r="r" b="b" t="t" l="l"/>
            <a:pathLst>
              <a:path h="31747" w="31747">
                <a:moveTo>
                  <a:pt x="0" y="0"/>
                </a:moveTo>
                <a:lnTo>
                  <a:pt x="31746" y="0"/>
                </a:lnTo>
                <a:lnTo>
                  <a:pt x="31746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101">
              <a:extLst>
                <a:ext uri="{96DAC541-7B7A-43D3-8B79-37D633B846F1}">
                  <asvg:svgBlip xmlns:asvg="http://schemas.microsoft.com/office/drawing/2016/SVG/main" r:embed="rId10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3" id="63"/>
          <p:cNvSpPr/>
          <p:nvPr/>
        </p:nvSpPr>
        <p:spPr>
          <a:xfrm flipH="false" flipV="false" rot="0">
            <a:off x="8840162" y="5020018"/>
            <a:ext cx="25403" cy="31747"/>
          </a:xfrm>
          <a:custGeom>
            <a:avLst/>
            <a:gdLst/>
            <a:ahLst/>
            <a:cxnLst/>
            <a:rect r="r" b="b" t="t" l="l"/>
            <a:pathLst>
              <a:path h="31747" w="25403">
                <a:moveTo>
                  <a:pt x="0" y="0"/>
                </a:moveTo>
                <a:lnTo>
                  <a:pt x="25403" y="0"/>
                </a:lnTo>
                <a:lnTo>
                  <a:pt x="25403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103">
              <a:extLst>
                <a:ext uri="{96DAC541-7B7A-43D3-8B79-37D633B846F1}">
                  <asvg:svgBlip xmlns:asvg="http://schemas.microsoft.com/office/drawing/2016/SVG/main" r:embed="rId10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4" id="64"/>
          <p:cNvSpPr/>
          <p:nvPr/>
        </p:nvSpPr>
        <p:spPr>
          <a:xfrm flipH="false" flipV="false" rot="0">
            <a:off x="8719928" y="5059709"/>
            <a:ext cx="126997" cy="38100"/>
          </a:xfrm>
          <a:custGeom>
            <a:avLst/>
            <a:gdLst/>
            <a:ahLst/>
            <a:cxnLst/>
            <a:rect r="r" b="b" t="t" l="l"/>
            <a:pathLst>
              <a:path h="38100" w="126997">
                <a:moveTo>
                  <a:pt x="0" y="0"/>
                </a:moveTo>
                <a:lnTo>
                  <a:pt x="126997" y="0"/>
                </a:lnTo>
                <a:lnTo>
                  <a:pt x="126997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105">
              <a:extLst>
                <a:ext uri="{96DAC541-7B7A-43D3-8B79-37D633B846F1}">
                  <asvg:svgBlip xmlns:asvg="http://schemas.microsoft.com/office/drawing/2016/SVG/main" r:embed="rId10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5" id="65"/>
          <p:cNvSpPr/>
          <p:nvPr/>
        </p:nvSpPr>
        <p:spPr>
          <a:xfrm flipH="false" flipV="false" rot="0">
            <a:off x="8735387" y="5123574"/>
            <a:ext cx="133350" cy="107947"/>
          </a:xfrm>
          <a:custGeom>
            <a:avLst/>
            <a:gdLst/>
            <a:ahLst/>
            <a:cxnLst/>
            <a:rect r="r" b="b" t="t" l="l"/>
            <a:pathLst>
              <a:path h="107947" w="133350">
                <a:moveTo>
                  <a:pt x="0" y="0"/>
                </a:moveTo>
                <a:lnTo>
                  <a:pt x="133350" y="0"/>
                </a:lnTo>
                <a:lnTo>
                  <a:pt x="133350" y="107947"/>
                </a:lnTo>
                <a:lnTo>
                  <a:pt x="0" y="107947"/>
                </a:lnTo>
                <a:lnTo>
                  <a:pt x="0" y="0"/>
                </a:lnTo>
                <a:close/>
              </a:path>
            </a:pathLst>
          </a:custGeom>
          <a:blipFill>
            <a:blip r:embed="rId107">
              <a:extLst>
                <a:ext uri="{96DAC541-7B7A-43D3-8B79-37D633B846F1}">
                  <asvg:svgBlip xmlns:asvg="http://schemas.microsoft.com/office/drawing/2016/SVG/main" r:embed="rId10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6" id="66"/>
          <p:cNvSpPr/>
          <p:nvPr/>
        </p:nvSpPr>
        <p:spPr>
          <a:xfrm flipH="false" flipV="false" rot="0">
            <a:off x="8786346" y="5082197"/>
            <a:ext cx="12697" cy="114300"/>
          </a:xfrm>
          <a:custGeom>
            <a:avLst/>
            <a:gdLst/>
            <a:ahLst/>
            <a:cxnLst/>
            <a:rect r="r" b="b" t="t" l="l"/>
            <a:pathLst>
              <a:path h="114300" w="12697">
                <a:moveTo>
                  <a:pt x="0" y="0"/>
                </a:moveTo>
                <a:lnTo>
                  <a:pt x="12697" y="0"/>
                </a:lnTo>
                <a:lnTo>
                  <a:pt x="12697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blipFill>
            <a:blip r:embed="rId109">
              <a:extLst>
                <a:ext uri="{96DAC541-7B7A-43D3-8B79-37D633B846F1}">
                  <asvg:svgBlip xmlns:asvg="http://schemas.microsoft.com/office/drawing/2016/SVG/main" r:embed="rId1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7" id="67"/>
          <p:cNvSpPr/>
          <p:nvPr/>
        </p:nvSpPr>
        <p:spPr>
          <a:xfrm flipH="false" flipV="false" rot="0">
            <a:off x="8850049" y="5020104"/>
            <a:ext cx="31747" cy="31747"/>
          </a:xfrm>
          <a:custGeom>
            <a:avLst/>
            <a:gdLst/>
            <a:ahLst/>
            <a:cxnLst/>
            <a:rect r="r" b="b" t="t" l="l"/>
            <a:pathLst>
              <a:path h="31747" w="31747">
                <a:moveTo>
                  <a:pt x="0" y="0"/>
                </a:moveTo>
                <a:lnTo>
                  <a:pt x="31747" y="0"/>
                </a:lnTo>
                <a:lnTo>
                  <a:pt x="31747" y="31746"/>
                </a:lnTo>
                <a:lnTo>
                  <a:pt x="0" y="31746"/>
                </a:lnTo>
                <a:lnTo>
                  <a:pt x="0" y="0"/>
                </a:lnTo>
                <a:close/>
              </a:path>
            </a:pathLst>
          </a:custGeom>
          <a:blipFill>
            <a:blip r:embed="rId111">
              <a:extLst>
                <a:ext uri="{96DAC541-7B7A-43D3-8B79-37D633B846F1}">
                  <asvg:svgBlip xmlns:asvg="http://schemas.microsoft.com/office/drawing/2016/SVG/main" r:embed="rId1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8" id="68"/>
          <p:cNvGrpSpPr/>
          <p:nvPr/>
        </p:nvGrpSpPr>
        <p:grpSpPr>
          <a:xfrm rot="0">
            <a:off x="8838476" y="5002844"/>
            <a:ext cx="25403" cy="38100"/>
            <a:chOff x="0" y="0"/>
            <a:chExt cx="33871" cy="508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4255" y="8204"/>
              <a:ext cx="25400" cy="38100"/>
            </a:xfrm>
            <a:custGeom>
              <a:avLst/>
              <a:gdLst/>
              <a:ahLst/>
              <a:cxnLst/>
              <a:rect r="r" b="b" t="t" l="l"/>
              <a:pathLst>
                <a:path h="38100" w="25400">
                  <a:moveTo>
                    <a:pt x="0" y="0"/>
                  </a:moveTo>
                  <a:lnTo>
                    <a:pt x="25400" y="0"/>
                  </a:lnTo>
                  <a:lnTo>
                    <a:pt x="254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3"/>
              <a:stretch>
                <a:fillRect l="-16750" t="-10433" r="-16599" b="-666"/>
              </a:stretch>
            </a:blipFill>
          </p:spPr>
        </p:sp>
      </p:grpSp>
      <p:sp>
        <p:nvSpPr>
          <p:cNvPr name="Freeform 70" id="70"/>
          <p:cNvSpPr/>
          <p:nvPr/>
        </p:nvSpPr>
        <p:spPr>
          <a:xfrm flipH="false" flipV="false" rot="0">
            <a:off x="8849477" y="4998339"/>
            <a:ext cx="12697" cy="19050"/>
          </a:xfrm>
          <a:custGeom>
            <a:avLst/>
            <a:gdLst/>
            <a:ahLst/>
            <a:cxnLst/>
            <a:rect r="r" b="b" t="t" l="l"/>
            <a:pathLst>
              <a:path h="19050" w="12697">
                <a:moveTo>
                  <a:pt x="0" y="0"/>
                </a:moveTo>
                <a:lnTo>
                  <a:pt x="12697" y="0"/>
                </a:lnTo>
                <a:lnTo>
                  <a:pt x="1269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114">
              <a:extLst>
                <a:ext uri="{96DAC541-7B7A-43D3-8B79-37D633B846F1}">
                  <asvg:svgBlip xmlns:asvg="http://schemas.microsoft.com/office/drawing/2016/SVG/main" r:embed="rId1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1" id="71"/>
          <p:cNvSpPr/>
          <p:nvPr/>
        </p:nvSpPr>
        <p:spPr>
          <a:xfrm flipH="false" flipV="false" rot="0">
            <a:off x="8789880" y="4993205"/>
            <a:ext cx="19050" cy="31747"/>
          </a:xfrm>
          <a:custGeom>
            <a:avLst/>
            <a:gdLst/>
            <a:ahLst/>
            <a:cxnLst/>
            <a:rect r="r" b="b" t="t" l="l"/>
            <a:pathLst>
              <a:path h="31747" w="19050">
                <a:moveTo>
                  <a:pt x="0" y="0"/>
                </a:moveTo>
                <a:lnTo>
                  <a:pt x="19050" y="0"/>
                </a:lnTo>
                <a:lnTo>
                  <a:pt x="19050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116">
              <a:extLst>
                <a:ext uri="{96DAC541-7B7A-43D3-8B79-37D633B846F1}">
                  <asvg:svgBlip xmlns:asvg="http://schemas.microsoft.com/office/drawing/2016/SVG/main" r:embed="rId1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2" id="72"/>
          <p:cNvSpPr/>
          <p:nvPr/>
        </p:nvSpPr>
        <p:spPr>
          <a:xfrm flipH="false" flipV="false" rot="0">
            <a:off x="8799528" y="5014150"/>
            <a:ext cx="31747" cy="31747"/>
          </a:xfrm>
          <a:custGeom>
            <a:avLst/>
            <a:gdLst/>
            <a:ahLst/>
            <a:cxnLst/>
            <a:rect r="r" b="b" t="t" l="l"/>
            <a:pathLst>
              <a:path h="31747" w="31747">
                <a:moveTo>
                  <a:pt x="0" y="0"/>
                </a:moveTo>
                <a:lnTo>
                  <a:pt x="31747" y="0"/>
                </a:lnTo>
                <a:lnTo>
                  <a:pt x="31747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118">
              <a:extLst>
                <a:ext uri="{96DAC541-7B7A-43D3-8B79-37D633B846F1}">
                  <asvg:svgBlip xmlns:asvg="http://schemas.microsoft.com/office/drawing/2016/SVG/main" r:embed="rId1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3" id="73"/>
          <p:cNvSpPr/>
          <p:nvPr/>
        </p:nvSpPr>
        <p:spPr>
          <a:xfrm flipH="false" flipV="false" rot="0">
            <a:off x="8803043" y="5027466"/>
            <a:ext cx="19050" cy="38100"/>
          </a:xfrm>
          <a:custGeom>
            <a:avLst/>
            <a:gdLst/>
            <a:ahLst/>
            <a:cxnLst/>
            <a:rect r="r" b="b" t="t" l="l"/>
            <a:pathLst>
              <a:path h="38100" w="19050">
                <a:moveTo>
                  <a:pt x="0" y="0"/>
                </a:moveTo>
                <a:lnTo>
                  <a:pt x="19050" y="0"/>
                </a:lnTo>
                <a:lnTo>
                  <a:pt x="1905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120">
              <a:extLst>
                <a:ext uri="{96DAC541-7B7A-43D3-8B79-37D633B846F1}">
                  <asvg:svgBlip xmlns:asvg="http://schemas.microsoft.com/office/drawing/2016/SVG/main" r:embed="rId1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4" id="74"/>
          <p:cNvSpPr/>
          <p:nvPr/>
        </p:nvSpPr>
        <p:spPr>
          <a:xfrm flipH="false" flipV="false" rot="0">
            <a:off x="8786298" y="5039878"/>
            <a:ext cx="31747" cy="19050"/>
          </a:xfrm>
          <a:custGeom>
            <a:avLst/>
            <a:gdLst/>
            <a:ahLst/>
            <a:cxnLst/>
            <a:rect r="r" b="b" t="t" l="l"/>
            <a:pathLst>
              <a:path h="19050" w="31747">
                <a:moveTo>
                  <a:pt x="0" y="0"/>
                </a:moveTo>
                <a:lnTo>
                  <a:pt x="31747" y="0"/>
                </a:lnTo>
                <a:lnTo>
                  <a:pt x="3174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122">
              <a:extLst>
                <a:ext uri="{96DAC541-7B7A-43D3-8B79-37D633B846F1}">
                  <asvg:svgBlip xmlns:asvg="http://schemas.microsoft.com/office/drawing/2016/SVG/main" r:embed="rId1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5" id="75"/>
          <p:cNvSpPr/>
          <p:nvPr/>
        </p:nvSpPr>
        <p:spPr>
          <a:xfrm flipH="false" flipV="false" rot="0">
            <a:off x="8767782" y="5039849"/>
            <a:ext cx="31747" cy="19050"/>
          </a:xfrm>
          <a:custGeom>
            <a:avLst/>
            <a:gdLst/>
            <a:ahLst/>
            <a:cxnLst/>
            <a:rect r="r" b="b" t="t" l="l"/>
            <a:pathLst>
              <a:path h="19050" w="31747">
                <a:moveTo>
                  <a:pt x="0" y="0"/>
                </a:moveTo>
                <a:lnTo>
                  <a:pt x="31746" y="0"/>
                </a:lnTo>
                <a:lnTo>
                  <a:pt x="31746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124">
              <a:extLst>
                <a:ext uri="{96DAC541-7B7A-43D3-8B79-37D633B846F1}">
                  <asvg:svgBlip xmlns:asvg="http://schemas.microsoft.com/office/drawing/2016/SVG/main" r:embed="rId12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6" id="76"/>
          <p:cNvSpPr/>
          <p:nvPr/>
        </p:nvSpPr>
        <p:spPr>
          <a:xfrm flipH="false" flipV="false" rot="0">
            <a:off x="8768705" y="5027419"/>
            <a:ext cx="19050" cy="38100"/>
          </a:xfrm>
          <a:custGeom>
            <a:avLst/>
            <a:gdLst/>
            <a:ahLst/>
            <a:cxnLst/>
            <a:rect r="r" b="b" t="t" l="l"/>
            <a:pathLst>
              <a:path h="38100" w="19050">
                <a:moveTo>
                  <a:pt x="0" y="0"/>
                </a:moveTo>
                <a:lnTo>
                  <a:pt x="19050" y="0"/>
                </a:lnTo>
                <a:lnTo>
                  <a:pt x="1905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126">
              <a:extLst>
                <a:ext uri="{96DAC541-7B7A-43D3-8B79-37D633B846F1}">
                  <asvg:svgBlip xmlns:asvg="http://schemas.microsoft.com/office/drawing/2016/SVG/main" r:embed="rId12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7" id="77"/>
          <p:cNvSpPr/>
          <p:nvPr/>
        </p:nvSpPr>
        <p:spPr>
          <a:xfrm flipH="false" flipV="false" rot="0">
            <a:off x="8757990" y="5014284"/>
            <a:ext cx="31747" cy="31747"/>
          </a:xfrm>
          <a:custGeom>
            <a:avLst/>
            <a:gdLst/>
            <a:ahLst/>
            <a:cxnLst/>
            <a:rect r="r" b="b" t="t" l="l"/>
            <a:pathLst>
              <a:path h="31747" w="31747">
                <a:moveTo>
                  <a:pt x="0" y="0"/>
                </a:moveTo>
                <a:lnTo>
                  <a:pt x="31747" y="0"/>
                </a:lnTo>
                <a:lnTo>
                  <a:pt x="31747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128">
              <a:extLst>
                <a:ext uri="{96DAC541-7B7A-43D3-8B79-37D633B846F1}">
                  <asvg:svgBlip xmlns:asvg="http://schemas.microsoft.com/office/drawing/2016/SVG/main" r:embed="rId12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8" id="78"/>
          <p:cNvSpPr/>
          <p:nvPr/>
        </p:nvSpPr>
        <p:spPr>
          <a:xfrm flipH="false" flipV="false" rot="0">
            <a:off x="8781745" y="4993205"/>
            <a:ext cx="19050" cy="31747"/>
          </a:xfrm>
          <a:custGeom>
            <a:avLst/>
            <a:gdLst/>
            <a:ahLst/>
            <a:cxnLst/>
            <a:rect r="r" b="b" t="t" l="l"/>
            <a:pathLst>
              <a:path h="31747" w="19050">
                <a:moveTo>
                  <a:pt x="0" y="0"/>
                </a:moveTo>
                <a:lnTo>
                  <a:pt x="19050" y="0"/>
                </a:lnTo>
                <a:lnTo>
                  <a:pt x="19050" y="31747"/>
                </a:lnTo>
                <a:lnTo>
                  <a:pt x="0" y="31747"/>
                </a:lnTo>
                <a:lnTo>
                  <a:pt x="0" y="0"/>
                </a:lnTo>
                <a:close/>
              </a:path>
            </a:pathLst>
          </a:custGeom>
          <a:blipFill>
            <a:blip r:embed="rId130">
              <a:extLst>
                <a:ext uri="{96DAC541-7B7A-43D3-8B79-37D633B846F1}">
                  <asvg:svgBlip xmlns:asvg="http://schemas.microsoft.com/office/drawing/2016/SVG/main" r:embed="rId13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9" id="79"/>
          <p:cNvSpPr/>
          <p:nvPr/>
        </p:nvSpPr>
        <p:spPr>
          <a:xfrm flipH="false" flipV="false" rot="0">
            <a:off x="8852992" y="5082111"/>
            <a:ext cx="12697" cy="57150"/>
          </a:xfrm>
          <a:custGeom>
            <a:avLst/>
            <a:gdLst/>
            <a:ahLst/>
            <a:cxnLst/>
            <a:rect r="r" b="b" t="t" l="l"/>
            <a:pathLst>
              <a:path h="57150" w="12697">
                <a:moveTo>
                  <a:pt x="0" y="0"/>
                </a:moveTo>
                <a:lnTo>
                  <a:pt x="12697" y="0"/>
                </a:lnTo>
                <a:lnTo>
                  <a:pt x="12697" y="57150"/>
                </a:lnTo>
                <a:lnTo>
                  <a:pt x="0" y="57150"/>
                </a:lnTo>
                <a:lnTo>
                  <a:pt x="0" y="0"/>
                </a:lnTo>
                <a:close/>
              </a:path>
            </a:pathLst>
          </a:custGeom>
          <a:blipFill>
            <a:blip r:embed="rId132">
              <a:extLst>
                <a:ext uri="{96DAC541-7B7A-43D3-8B79-37D633B846F1}">
                  <asvg:svgBlip xmlns:asvg="http://schemas.microsoft.com/office/drawing/2016/SVG/main" r:embed="rId13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0" id="80"/>
          <p:cNvSpPr/>
          <p:nvPr/>
        </p:nvSpPr>
        <p:spPr>
          <a:xfrm flipH="false" flipV="false" rot="0">
            <a:off x="8725081" y="5016522"/>
            <a:ext cx="12697" cy="38100"/>
          </a:xfrm>
          <a:custGeom>
            <a:avLst/>
            <a:gdLst/>
            <a:ahLst/>
            <a:cxnLst/>
            <a:rect r="r" b="b" t="t" l="l"/>
            <a:pathLst>
              <a:path h="38100" w="12697">
                <a:moveTo>
                  <a:pt x="0" y="0"/>
                </a:moveTo>
                <a:lnTo>
                  <a:pt x="12697" y="0"/>
                </a:lnTo>
                <a:lnTo>
                  <a:pt x="12697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134">
              <a:extLst>
                <a:ext uri="{96DAC541-7B7A-43D3-8B79-37D633B846F1}">
                  <asvg:svgBlip xmlns:asvg="http://schemas.microsoft.com/office/drawing/2016/SVG/main" r:embed="rId13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1" id="81"/>
          <p:cNvSpPr/>
          <p:nvPr/>
        </p:nvSpPr>
        <p:spPr>
          <a:xfrm flipH="false" flipV="false" rot="0">
            <a:off x="8721328" y="5107638"/>
            <a:ext cx="31747" cy="76200"/>
          </a:xfrm>
          <a:custGeom>
            <a:avLst/>
            <a:gdLst/>
            <a:ahLst/>
            <a:cxnLst/>
            <a:rect r="r" b="b" t="t" l="l"/>
            <a:pathLst>
              <a:path h="76200" w="31747">
                <a:moveTo>
                  <a:pt x="0" y="0"/>
                </a:moveTo>
                <a:lnTo>
                  <a:pt x="31747" y="0"/>
                </a:lnTo>
                <a:lnTo>
                  <a:pt x="31747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 r:embed="rId136">
              <a:extLst>
                <a:ext uri="{96DAC541-7B7A-43D3-8B79-37D633B846F1}">
                  <asvg:svgBlip xmlns:asvg="http://schemas.microsoft.com/office/drawing/2016/SVG/main" r:embed="rId13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2" id="82"/>
          <p:cNvSpPr/>
          <p:nvPr/>
        </p:nvSpPr>
        <p:spPr>
          <a:xfrm flipH="false" flipV="false" rot="0">
            <a:off x="8719709" y="5080864"/>
            <a:ext cx="12697" cy="38100"/>
          </a:xfrm>
          <a:custGeom>
            <a:avLst/>
            <a:gdLst/>
            <a:ahLst/>
            <a:cxnLst/>
            <a:rect r="r" b="b" t="t" l="l"/>
            <a:pathLst>
              <a:path h="38100" w="12697">
                <a:moveTo>
                  <a:pt x="0" y="0"/>
                </a:moveTo>
                <a:lnTo>
                  <a:pt x="12697" y="0"/>
                </a:lnTo>
                <a:lnTo>
                  <a:pt x="12697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blipFill>
            <a:blip r:embed="rId138">
              <a:extLst>
                <a:ext uri="{96DAC541-7B7A-43D3-8B79-37D633B846F1}">
                  <asvg:svgBlip xmlns:asvg="http://schemas.microsoft.com/office/drawing/2016/SVG/main" r:embed="rId13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3" id="83"/>
          <p:cNvGrpSpPr/>
          <p:nvPr/>
        </p:nvGrpSpPr>
        <p:grpSpPr>
          <a:xfrm rot="0">
            <a:off x="8753113" y="3667449"/>
            <a:ext cx="88897" cy="12697"/>
            <a:chOff x="0" y="0"/>
            <a:chExt cx="118529" cy="1692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1219" y="1905"/>
              <a:ext cx="114300" cy="12700"/>
            </a:xfrm>
            <a:custGeom>
              <a:avLst/>
              <a:gdLst/>
              <a:ahLst/>
              <a:cxnLst/>
              <a:rect r="r" b="b" t="t" l="l"/>
              <a:pathLst>
                <a:path h="12700" w="114300">
                  <a:moveTo>
                    <a:pt x="0" y="0"/>
                  </a:moveTo>
                  <a:lnTo>
                    <a:pt x="114300" y="0"/>
                  </a:lnTo>
                  <a:lnTo>
                    <a:pt x="114300" y="12700"/>
                  </a:lnTo>
                  <a:lnTo>
                    <a:pt x="0" y="12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0"/>
              <a:stretch>
                <a:fillRect l="-1066" t="-15000" r="-2633" b="-18300"/>
              </a:stretch>
            </a:blipFill>
          </p:spPr>
        </p:sp>
      </p:grpSp>
      <p:sp>
        <p:nvSpPr>
          <p:cNvPr name="Freeform 85" id="85"/>
          <p:cNvSpPr/>
          <p:nvPr/>
        </p:nvSpPr>
        <p:spPr>
          <a:xfrm flipH="false" flipV="false" rot="0">
            <a:off x="8805720" y="3571780"/>
            <a:ext cx="31747" cy="12697"/>
          </a:xfrm>
          <a:custGeom>
            <a:avLst/>
            <a:gdLst/>
            <a:ahLst/>
            <a:cxnLst/>
            <a:rect r="r" b="b" t="t" l="l"/>
            <a:pathLst>
              <a:path h="12697" w="31747">
                <a:moveTo>
                  <a:pt x="0" y="0"/>
                </a:moveTo>
                <a:lnTo>
                  <a:pt x="31746" y="0"/>
                </a:lnTo>
                <a:lnTo>
                  <a:pt x="31746" y="12697"/>
                </a:lnTo>
                <a:lnTo>
                  <a:pt x="0" y="12697"/>
                </a:lnTo>
                <a:lnTo>
                  <a:pt x="0" y="0"/>
                </a:lnTo>
                <a:close/>
              </a:path>
            </a:pathLst>
          </a:custGeom>
          <a:blipFill>
            <a:blip r:embed="rId141">
              <a:extLst>
                <a:ext uri="{96DAC541-7B7A-43D3-8B79-37D633B846F1}">
                  <asvg:svgBlip xmlns:asvg="http://schemas.microsoft.com/office/drawing/2016/SVG/main" r:embed="rId14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6" id="86"/>
          <p:cNvGrpSpPr/>
          <p:nvPr/>
        </p:nvGrpSpPr>
        <p:grpSpPr>
          <a:xfrm rot="0">
            <a:off x="8806872" y="3618386"/>
            <a:ext cx="50797" cy="12697"/>
            <a:chOff x="0" y="0"/>
            <a:chExt cx="67729" cy="16929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698" y="1892"/>
              <a:ext cx="63500" cy="12700"/>
            </a:xfrm>
            <a:custGeom>
              <a:avLst/>
              <a:gdLst/>
              <a:ahLst/>
              <a:cxnLst/>
              <a:rect r="r" b="b" t="t" l="l"/>
              <a:pathLst>
                <a:path h="12700" w="63500">
                  <a:moveTo>
                    <a:pt x="0" y="0"/>
                  </a:moveTo>
                  <a:lnTo>
                    <a:pt x="63500" y="0"/>
                  </a:lnTo>
                  <a:lnTo>
                    <a:pt x="63500" y="12700"/>
                  </a:lnTo>
                  <a:lnTo>
                    <a:pt x="0" y="12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3"/>
              <a:stretch>
                <a:fillRect l="-1100" t="-14899" r="-5560" b="-18399"/>
              </a:stretch>
            </a:blipFill>
          </p:spPr>
        </p:sp>
      </p:grpSp>
      <p:sp>
        <p:nvSpPr>
          <p:cNvPr name="Freeform 88" id="88"/>
          <p:cNvSpPr/>
          <p:nvPr/>
        </p:nvSpPr>
        <p:spPr>
          <a:xfrm flipH="false" flipV="false" rot="0">
            <a:off x="8829561" y="3667392"/>
            <a:ext cx="31747" cy="12697"/>
          </a:xfrm>
          <a:custGeom>
            <a:avLst/>
            <a:gdLst/>
            <a:ahLst/>
            <a:cxnLst/>
            <a:rect r="r" b="b" t="t" l="l"/>
            <a:pathLst>
              <a:path h="12697" w="31747">
                <a:moveTo>
                  <a:pt x="0" y="0"/>
                </a:moveTo>
                <a:lnTo>
                  <a:pt x="31747" y="0"/>
                </a:lnTo>
                <a:lnTo>
                  <a:pt x="31747" y="12697"/>
                </a:lnTo>
                <a:lnTo>
                  <a:pt x="0" y="12697"/>
                </a:lnTo>
                <a:lnTo>
                  <a:pt x="0" y="0"/>
                </a:lnTo>
                <a:close/>
              </a:path>
            </a:pathLst>
          </a:custGeom>
          <a:blipFill>
            <a:blip r:embed="rId144">
              <a:extLst>
                <a:ext uri="{96DAC541-7B7A-43D3-8B79-37D633B846F1}">
                  <asvg:svgBlip xmlns:asvg="http://schemas.microsoft.com/office/drawing/2016/SVG/main" r:embed="rId14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9" id="89"/>
          <p:cNvSpPr/>
          <p:nvPr/>
        </p:nvSpPr>
        <p:spPr>
          <a:xfrm flipH="false" flipV="false" rot="0">
            <a:off x="3342103" y="5210089"/>
            <a:ext cx="38100" cy="19050"/>
          </a:xfrm>
          <a:custGeom>
            <a:avLst/>
            <a:gdLst/>
            <a:ahLst/>
            <a:cxnLst/>
            <a:rect r="r" b="b" t="t" l="l"/>
            <a:pathLst>
              <a:path h="19050" w="38100">
                <a:moveTo>
                  <a:pt x="0" y="0"/>
                </a:moveTo>
                <a:lnTo>
                  <a:pt x="38100" y="0"/>
                </a:lnTo>
                <a:lnTo>
                  <a:pt x="381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146">
              <a:extLst>
                <a:ext uri="{96DAC541-7B7A-43D3-8B79-37D633B846F1}">
                  <asvg:svgBlip xmlns:asvg="http://schemas.microsoft.com/office/drawing/2016/SVG/main" r:embed="rId14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0" id="90"/>
          <p:cNvSpPr/>
          <p:nvPr/>
        </p:nvSpPr>
        <p:spPr>
          <a:xfrm flipH="false" flipV="false" rot="0">
            <a:off x="3395920" y="5210042"/>
            <a:ext cx="38100" cy="19050"/>
          </a:xfrm>
          <a:custGeom>
            <a:avLst/>
            <a:gdLst/>
            <a:ahLst/>
            <a:cxnLst/>
            <a:rect r="r" b="b" t="t" l="l"/>
            <a:pathLst>
              <a:path h="19050" w="38100">
                <a:moveTo>
                  <a:pt x="0" y="0"/>
                </a:moveTo>
                <a:lnTo>
                  <a:pt x="38100" y="0"/>
                </a:lnTo>
                <a:lnTo>
                  <a:pt x="381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148">
              <a:extLst>
                <a:ext uri="{96DAC541-7B7A-43D3-8B79-37D633B846F1}">
                  <asvg:svgBlip xmlns:asvg="http://schemas.microsoft.com/office/drawing/2016/SVG/main" r:embed="rId14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1" id="91"/>
          <p:cNvSpPr/>
          <p:nvPr/>
        </p:nvSpPr>
        <p:spPr>
          <a:xfrm flipH="false" flipV="false" rot="0">
            <a:off x="3343970" y="5029410"/>
            <a:ext cx="25403" cy="19050"/>
          </a:xfrm>
          <a:custGeom>
            <a:avLst/>
            <a:gdLst/>
            <a:ahLst/>
            <a:cxnLst/>
            <a:rect r="r" b="b" t="t" l="l"/>
            <a:pathLst>
              <a:path h="19050" w="25403">
                <a:moveTo>
                  <a:pt x="0" y="0"/>
                </a:moveTo>
                <a:lnTo>
                  <a:pt x="25404" y="0"/>
                </a:lnTo>
                <a:lnTo>
                  <a:pt x="25404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150">
              <a:extLst>
                <a:ext uri="{96DAC541-7B7A-43D3-8B79-37D633B846F1}">
                  <asvg:svgBlip xmlns:asvg="http://schemas.microsoft.com/office/drawing/2016/SVG/main" r:embed="rId15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2" id="92"/>
          <p:cNvSpPr/>
          <p:nvPr/>
        </p:nvSpPr>
        <p:spPr>
          <a:xfrm flipH="false" flipV="false" rot="0">
            <a:off x="3346161" y="5095218"/>
            <a:ext cx="82553" cy="12697"/>
          </a:xfrm>
          <a:custGeom>
            <a:avLst/>
            <a:gdLst/>
            <a:ahLst/>
            <a:cxnLst/>
            <a:rect r="r" b="b" t="t" l="l"/>
            <a:pathLst>
              <a:path h="12697" w="82553">
                <a:moveTo>
                  <a:pt x="0" y="0"/>
                </a:moveTo>
                <a:lnTo>
                  <a:pt x="82553" y="0"/>
                </a:lnTo>
                <a:lnTo>
                  <a:pt x="82553" y="12697"/>
                </a:lnTo>
                <a:lnTo>
                  <a:pt x="0" y="12697"/>
                </a:lnTo>
                <a:lnTo>
                  <a:pt x="0" y="0"/>
                </a:lnTo>
                <a:close/>
              </a:path>
            </a:pathLst>
          </a:custGeom>
          <a:blipFill>
            <a:blip r:embed="rId152">
              <a:extLst>
                <a:ext uri="{96DAC541-7B7A-43D3-8B79-37D633B846F1}">
                  <asvg:svgBlip xmlns:asvg="http://schemas.microsoft.com/office/drawing/2016/SVG/main" r:embed="rId15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3" id="93"/>
          <p:cNvSpPr/>
          <p:nvPr/>
        </p:nvSpPr>
        <p:spPr>
          <a:xfrm flipH="false" flipV="false" rot="0">
            <a:off x="3355200" y="5164769"/>
            <a:ext cx="57150" cy="12697"/>
          </a:xfrm>
          <a:custGeom>
            <a:avLst/>
            <a:gdLst/>
            <a:ahLst/>
            <a:cxnLst/>
            <a:rect r="r" b="b" t="t" l="l"/>
            <a:pathLst>
              <a:path h="12697" w="57150">
                <a:moveTo>
                  <a:pt x="0" y="0"/>
                </a:moveTo>
                <a:lnTo>
                  <a:pt x="57150" y="0"/>
                </a:lnTo>
                <a:lnTo>
                  <a:pt x="57150" y="12697"/>
                </a:lnTo>
                <a:lnTo>
                  <a:pt x="0" y="12697"/>
                </a:lnTo>
                <a:lnTo>
                  <a:pt x="0" y="0"/>
                </a:lnTo>
                <a:close/>
              </a:path>
            </a:pathLst>
          </a:custGeom>
          <a:blipFill>
            <a:blip r:embed="rId154">
              <a:extLst>
                <a:ext uri="{96DAC541-7B7A-43D3-8B79-37D633B846F1}">
                  <asvg:svgBlip xmlns:asvg="http://schemas.microsoft.com/office/drawing/2016/SVG/main" r:embed="rId15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4" id="94"/>
          <p:cNvGrpSpPr/>
          <p:nvPr/>
        </p:nvGrpSpPr>
        <p:grpSpPr>
          <a:xfrm rot="0">
            <a:off x="3338160" y="5099009"/>
            <a:ext cx="19050" cy="19050"/>
            <a:chOff x="0" y="0"/>
            <a:chExt cx="25400" cy="2540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5207" y="3454"/>
              <a:ext cx="12700" cy="25400"/>
            </a:xfrm>
            <a:custGeom>
              <a:avLst/>
              <a:gdLst/>
              <a:ahLst/>
              <a:cxnLst/>
              <a:rect r="r" b="b" t="t" l="l"/>
              <a:pathLst>
                <a:path h="25400" w="12700">
                  <a:moveTo>
                    <a:pt x="0" y="0"/>
                  </a:moveTo>
                  <a:lnTo>
                    <a:pt x="12700" y="0"/>
                  </a:lnTo>
                  <a:lnTo>
                    <a:pt x="12700" y="25400"/>
                  </a:lnTo>
                  <a:lnTo>
                    <a:pt x="0" y="25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6"/>
              <a:stretch>
                <a:fillRect l="-7699" t="-13600" r="-25600" b="13600"/>
              </a:stretch>
            </a:blipFill>
          </p:spPr>
        </p:sp>
      </p:grpSp>
      <p:sp>
        <p:nvSpPr>
          <p:cNvPr name="Freeform 96" id="96"/>
          <p:cNvSpPr/>
          <p:nvPr/>
        </p:nvSpPr>
        <p:spPr>
          <a:xfrm flipH="false" flipV="false" rot="0">
            <a:off x="3342523" y="5094989"/>
            <a:ext cx="12697" cy="19050"/>
          </a:xfrm>
          <a:custGeom>
            <a:avLst/>
            <a:gdLst/>
            <a:ahLst/>
            <a:cxnLst/>
            <a:rect r="r" b="b" t="t" l="l"/>
            <a:pathLst>
              <a:path h="19050" w="12697">
                <a:moveTo>
                  <a:pt x="0" y="0"/>
                </a:moveTo>
                <a:lnTo>
                  <a:pt x="12696" y="0"/>
                </a:lnTo>
                <a:lnTo>
                  <a:pt x="12696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157">
              <a:extLst>
                <a:ext uri="{96DAC541-7B7A-43D3-8B79-37D633B846F1}">
                  <asvg:svgBlip xmlns:asvg="http://schemas.microsoft.com/office/drawing/2016/SVG/main" r:embed="rId15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7" id="97"/>
          <p:cNvGrpSpPr/>
          <p:nvPr/>
        </p:nvGrpSpPr>
        <p:grpSpPr>
          <a:xfrm rot="0">
            <a:off x="3375679" y="5010493"/>
            <a:ext cx="19050" cy="19050"/>
            <a:chOff x="0" y="0"/>
            <a:chExt cx="25400" cy="2540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3670" y="4966"/>
              <a:ext cx="25400" cy="12700"/>
            </a:xfrm>
            <a:custGeom>
              <a:avLst/>
              <a:gdLst/>
              <a:ahLst/>
              <a:cxnLst/>
              <a:rect r="r" b="b" t="t" l="l"/>
              <a:pathLst>
                <a:path h="12700" w="25400">
                  <a:moveTo>
                    <a:pt x="0" y="0"/>
                  </a:moveTo>
                  <a:lnTo>
                    <a:pt x="25400" y="0"/>
                  </a:lnTo>
                  <a:lnTo>
                    <a:pt x="25400" y="12700"/>
                  </a:lnTo>
                  <a:lnTo>
                    <a:pt x="0" y="12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9"/>
              <a:stretch>
                <a:fillRect l="-14450" t="-5800" r="14450" b="-27499"/>
              </a:stretch>
            </a:blipFill>
          </p:spPr>
        </p:sp>
      </p:grpSp>
      <p:sp>
        <p:nvSpPr>
          <p:cNvPr name="Freeform 99" id="99"/>
          <p:cNvSpPr/>
          <p:nvPr/>
        </p:nvSpPr>
        <p:spPr>
          <a:xfrm flipH="false" flipV="false" rot="0">
            <a:off x="3354838" y="5030086"/>
            <a:ext cx="63503" cy="12697"/>
          </a:xfrm>
          <a:custGeom>
            <a:avLst/>
            <a:gdLst/>
            <a:ahLst/>
            <a:cxnLst/>
            <a:rect r="r" b="b" t="t" l="l"/>
            <a:pathLst>
              <a:path h="12697" w="63503">
                <a:moveTo>
                  <a:pt x="0" y="0"/>
                </a:moveTo>
                <a:lnTo>
                  <a:pt x="63504" y="0"/>
                </a:lnTo>
                <a:lnTo>
                  <a:pt x="63504" y="12697"/>
                </a:lnTo>
                <a:lnTo>
                  <a:pt x="0" y="12697"/>
                </a:lnTo>
                <a:lnTo>
                  <a:pt x="0" y="0"/>
                </a:lnTo>
                <a:close/>
              </a:path>
            </a:pathLst>
          </a:custGeom>
          <a:blipFill>
            <a:blip r:embed="rId160">
              <a:extLst>
                <a:ext uri="{96DAC541-7B7A-43D3-8B79-37D633B846F1}">
                  <asvg:svgBlip xmlns:asvg="http://schemas.microsoft.com/office/drawing/2016/SVG/main" r:embed="rId16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0" id="100"/>
          <p:cNvGrpSpPr/>
          <p:nvPr/>
        </p:nvGrpSpPr>
        <p:grpSpPr>
          <a:xfrm rot="0">
            <a:off x="3350324" y="5064081"/>
            <a:ext cx="12697" cy="19050"/>
            <a:chOff x="0" y="0"/>
            <a:chExt cx="16929" cy="2540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1740" y="5423"/>
              <a:ext cx="12700" cy="12700"/>
            </a:xfrm>
            <a:custGeom>
              <a:avLst/>
              <a:gdLst/>
              <a:ahLst/>
              <a:cxnLst/>
              <a:rect r="r" b="b" t="t" l="l"/>
              <a:pathLst>
                <a:path h="12700" w="12700">
                  <a:moveTo>
                    <a:pt x="0" y="0"/>
                  </a:moveTo>
                  <a:lnTo>
                    <a:pt x="12700" y="0"/>
                  </a:lnTo>
                  <a:lnTo>
                    <a:pt x="12700" y="12700"/>
                  </a:lnTo>
                  <a:lnTo>
                    <a:pt x="0" y="12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2"/>
              <a:stretch>
                <a:fillRect l="-13699" t="-9399" r="-19600" b="-23899"/>
              </a:stretch>
            </a:blipFill>
          </p:spPr>
        </p:sp>
      </p:grpSp>
      <p:sp>
        <p:nvSpPr>
          <p:cNvPr name="Freeform 102" id="102"/>
          <p:cNvSpPr/>
          <p:nvPr/>
        </p:nvSpPr>
        <p:spPr>
          <a:xfrm flipH="false" flipV="false" rot="0">
            <a:off x="8836933" y="5074206"/>
            <a:ext cx="31747" cy="19050"/>
          </a:xfrm>
          <a:custGeom>
            <a:avLst/>
            <a:gdLst/>
            <a:ahLst/>
            <a:cxnLst/>
            <a:rect r="r" b="b" t="t" l="l"/>
            <a:pathLst>
              <a:path h="19050" w="31747">
                <a:moveTo>
                  <a:pt x="0" y="0"/>
                </a:moveTo>
                <a:lnTo>
                  <a:pt x="31747" y="0"/>
                </a:lnTo>
                <a:lnTo>
                  <a:pt x="3174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163">
              <a:extLst>
                <a:ext uri="{96DAC541-7B7A-43D3-8B79-37D633B846F1}">
                  <asvg:svgBlip xmlns:asvg="http://schemas.microsoft.com/office/drawing/2016/SVG/main" r:embed="rId16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3" id="103"/>
          <p:cNvSpPr/>
          <p:nvPr/>
        </p:nvSpPr>
        <p:spPr>
          <a:xfrm flipH="false" flipV="false" rot="0">
            <a:off x="8832847" y="5019704"/>
            <a:ext cx="19050" cy="12697"/>
          </a:xfrm>
          <a:custGeom>
            <a:avLst/>
            <a:gdLst/>
            <a:ahLst/>
            <a:cxnLst/>
            <a:rect r="r" b="b" t="t" l="l"/>
            <a:pathLst>
              <a:path h="12697" w="19050">
                <a:moveTo>
                  <a:pt x="0" y="0"/>
                </a:moveTo>
                <a:lnTo>
                  <a:pt x="19050" y="0"/>
                </a:lnTo>
                <a:lnTo>
                  <a:pt x="19050" y="12696"/>
                </a:lnTo>
                <a:lnTo>
                  <a:pt x="0" y="12696"/>
                </a:lnTo>
                <a:lnTo>
                  <a:pt x="0" y="0"/>
                </a:lnTo>
                <a:close/>
              </a:path>
            </a:pathLst>
          </a:custGeom>
          <a:blipFill>
            <a:blip r:embed="rId165">
              <a:extLst>
                <a:ext uri="{96DAC541-7B7A-43D3-8B79-37D633B846F1}">
                  <asvg:svgBlip xmlns:asvg="http://schemas.microsoft.com/office/drawing/2016/SVG/main" r:embed="rId16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4" id="104"/>
          <p:cNvSpPr/>
          <p:nvPr/>
        </p:nvSpPr>
        <p:spPr>
          <a:xfrm flipH="false" flipV="false" rot="0">
            <a:off x="8850697" y="5035306"/>
            <a:ext cx="12697" cy="19050"/>
          </a:xfrm>
          <a:custGeom>
            <a:avLst/>
            <a:gdLst/>
            <a:ahLst/>
            <a:cxnLst/>
            <a:rect r="r" b="b" t="t" l="l"/>
            <a:pathLst>
              <a:path h="19050" w="12697">
                <a:moveTo>
                  <a:pt x="0" y="0"/>
                </a:moveTo>
                <a:lnTo>
                  <a:pt x="12697" y="0"/>
                </a:lnTo>
                <a:lnTo>
                  <a:pt x="1269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167">
              <a:extLst>
                <a:ext uri="{96DAC541-7B7A-43D3-8B79-37D633B846F1}">
                  <asvg:svgBlip xmlns:asvg="http://schemas.microsoft.com/office/drawing/2016/SVG/main" r:embed="rId16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5" id="105"/>
          <p:cNvSpPr/>
          <p:nvPr/>
        </p:nvSpPr>
        <p:spPr>
          <a:xfrm flipH="false" flipV="false" rot="0">
            <a:off x="8863594" y="5019723"/>
            <a:ext cx="19050" cy="12697"/>
          </a:xfrm>
          <a:custGeom>
            <a:avLst/>
            <a:gdLst/>
            <a:ahLst/>
            <a:cxnLst/>
            <a:rect r="r" b="b" t="t" l="l"/>
            <a:pathLst>
              <a:path h="12697" w="19050">
                <a:moveTo>
                  <a:pt x="0" y="0"/>
                </a:moveTo>
                <a:lnTo>
                  <a:pt x="19050" y="0"/>
                </a:lnTo>
                <a:lnTo>
                  <a:pt x="19050" y="12696"/>
                </a:lnTo>
                <a:lnTo>
                  <a:pt x="0" y="12696"/>
                </a:lnTo>
                <a:lnTo>
                  <a:pt x="0" y="0"/>
                </a:lnTo>
                <a:close/>
              </a:path>
            </a:pathLst>
          </a:custGeom>
          <a:blipFill>
            <a:blip r:embed="rId169">
              <a:extLst>
                <a:ext uri="{96DAC541-7B7A-43D3-8B79-37D633B846F1}">
                  <asvg:svgBlip xmlns:asvg="http://schemas.microsoft.com/office/drawing/2016/SVG/main" r:embed="rId17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6" id="106"/>
          <p:cNvGrpSpPr/>
          <p:nvPr/>
        </p:nvGrpSpPr>
        <p:grpSpPr>
          <a:xfrm rot="0">
            <a:off x="8797404" y="5014484"/>
            <a:ext cx="31747" cy="12697"/>
            <a:chOff x="0" y="0"/>
            <a:chExt cx="42329" cy="16929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1054" y="787"/>
              <a:ext cx="38100" cy="12700"/>
            </a:xfrm>
            <a:custGeom>
              <a:avLst/>
              <a:gdLst/>
              <a:ahLst/>
              <a:cxnLst/>
              <a:rect r="r" b="b" t="t" l="l"/>
              <a:pathLst>
                <a:path h="12700" w="38100">
                  <a:moveTo>
                    <a:pt x="0" y="0"/>
                  </a:moveTo>
                  <a:lnTo>
                    <a:pt x="38100" y="0"/>
                  </a:lnTo>
                  <a:lnTo>
                    <a:pt x="38100" y="12700"/>
                  </a:lnTo>
                  <a:lnTo>
                    <a:pt x="0" y="12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1"/>
              <a:stretch>
                <a:fillRect l="-2766" t="-6199" r="-8333" b="-27099"/>
              </a:stretch>
            </a:blipFill>
          </p:spPr>
        </p:sp>
      </p:grpSp>
      <p:grpSp>
        <p:nvGrpSpPr>
          <p:cNvPr name="Group 108" id="108"/>
          <p:cNvGrpSpPr/>
          <p:nvPr/>
        </p:nvGrpSpPr>
        <p:grpSpPr>
          <a:xfrm rot="0">
            <a:off x="8760552" y="5014170"/>
            <a:ext cx="31747" cy="12697"/>
            <a:chOff x="0" y="0"/>
            <a:chExt cx="42329" cy="16929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1003" y="1003"/>
              <a:ext cx="38100" cy="12700"/>
            </a:xfrm>
            <a:custGeom>
              <a:avLst/>
              <a:gdLst/>
              <a:ahLst/>
              <a:cxnLst/>
              <a:rect r="r" b="b" t="t" l="l"/>
              <a:pathLst>
                <a:path h="12700" w="38100">
                  <a:moveTo>
                    <a:pt x="0" y="0"/>
                  </a:moveTo>
                  <a:lnTo>
                    <a:pt x="38100" y="0"/>
                  </a:lnTo>
                  <a:lnTo>
                    <a:pt x="38100" y="12700"/>
                  </a:lnTo>
                  <a:lnTo>
                    <a:pt x="0" y="12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2"/>
              <a:stretch>
                <a:fillRect l="-2633" t="-7900" r="-8466" b="-25400"/>
              </a:stretch>
            </a:blipFill>
          </p:spPr>
        </p:sp>
      </p:grpSp>
      <p:sp>
        <p:nvSpPr>
          <p:cNvPr name="Freeform 110" id="110"/>
          <p:cNvSpPr/>
          <p:nvPr/>
        </p:nvSpPr>
        <p:spPr>
          <a:xfrm flipH="false" flipV="false" rot="0">
            <a:off x="8713927" y="5030353"/>
            <a:ext cx="38100" cy="12697"/>
          </a:xfrm>
          <a:custGeom>
            <a:avLst/>
            <a:gdLst/>
            <a:ahLst/>
            <a:cxnLst/>
            <a:rect r="r" b="b" t="t" l="l"/>
            <a:pathLst>
              <a:path h="12697" w="38100">
                <a:moveTo>
                  <a:pt x="0" y="0"/>
                </a:moveTo>
                <a:lnTo>
                  <a:pt x="38100" y="0"/>
                </a:lnTo>
                <a:lnTo>
                  <a:pt x="38100" y="12696"/>
                </a:lnTo>
                <a:lnTo>
                  <a:pt x="0" y="12696"/>
                </a:lnTo>
                <a:lnTo>
                  <a:pt x="0" y="0"/>
                </a:lnTo>
                <a:close/>
              </a:path>
            </a:pathLst>
          </a:custGeom>
          <a:blipFill>
            <a:blip r:embed="rId173">
              <a:extLst>
                <a:ext uri="{96DAC541-7B7A-43D3-8B79-37D633B846F1}">
                  <asvg:svgBlip xmlns:asvg="http://schemas.microsoft.com/office/drawing/2016/SVG/main" r:embed="rId17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1" id="111"/>
          <p:cNvGrpSpPr/>
          <p:nvPr/>
        </p:nvGrpSpPr>
        <p:grpSpPr>
          <a:xfrm rot="0">
            <a:off x="739778" y="2427284"/>
            <a:ext cx="1016003" cy="241297"/>
            <a:chOff x="1483614" y="4855083"/>
            <a:chExt cx="2023872" cy="481584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023872" cy="481584"/>
            </a:xfrm>
            <a:custGeom>
              <a:avLst/>
              <a:gdLst/>
              <a:ahLst/>
              <a:cxnLst/>
              <a:rect r="r" b="b" t="t" l="l"/>
              <a:pathLst>
                <a:path h="481584" w="2023872">
                  <a:moveTo>
                    <a:pt x="2023872" y="0"/>
                  </a:moveTo>
                  <a:lnTo>
                    <a:pt x="2023872" y="481584"/>
                  </a:lnTo>
                  <a:lnTo>
                    <a:pt x="0" y="481584"/>
                  </a:lnTo>
                  <a:lnTo>
                    <a:pt x="0" y="0"/>
                  </a:lnTo>
                  <a:lnTo>
                    <a:pt x="202387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739778" y="3332159"/>
            <a:ext cx="5302253" cy="1422397"/>
            <a:chOff x="1484376" y="6666357"/>
            <a:chExt cx="10594848" cy="2840736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10594848" cy="2840737"/>
            </a:xfrm>
            <a:custGeom>
              <a:avLst/>
              <a:gdLst/>
              <a:ahLst/>
              <a:cxnLst/>
              <a:rect r="r" b="b" t="t" l="l"/>
              <a:pathLst>
                <a:path h="2840737" w="10594848">
                  <a:moveTo>
                    <a:pt x="10594848" y="0"/>
                  </a:moveTo>
                  <a:lnTo>
                    <a:pt x="10594848" y="2840736"/>
                  </a:lnTo>
                  <a:lnTo>
                    <a:pt x="0" y="2840736"/>
                  </a:lnTo>
                  <a:lnTo>
                    <a:pt x="0" y="0"/>
                  </a:lnTo>
                  <a:lnTo>
                    <a:pt x="1059484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749303" y="3341684"/>
            <a:ext cx="5283203" cy="1403347"/>
            <a:chOff x="1502664" y="6684645"/>
            <a:chExt cx="10558272" cy="28041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10558272" cy="2804161"/>
            </a:xfrm>
            <a:custGeom>
              <a:avLst/>
              <a:gdLst/>
              <a:ahLst/>
              <a:cxnLst/>
              <a:rect r="r" b="b" t="t" l="l"/>
              <a:pathLst>
                <a:path h="2804161" w="10558272">
                  <a:moveTo>
                    <a:pt x="10558272" y="0"/>
                  </a:moveTo>
                  <a:lnTo>
                    <a:pt x="10558272" y="2804160"/>
                  </a:lnTo>
                  <a:lnTo>
                    <a:pt x="0" y="2804160"/>
                  </a:lnTo>
                  <a:lnTo>
                    <a:pt x="0" y="0"/>
                  </a:lnTo>
                  <a:lnTo>
                    <a:pt x="1055827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762000" y="3351209"/>
            <a:ext cx="5257800" cy="450847"/>
            <a:chOff x="1524000" y="6705219"/>
            <a:chExt cx="10515600" cy="896112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10515600" cy="896113"/>
            </a:xfrm>
            <a:custGeom>
              <a:avLst/>
              <a:gdLst/>
              <a:ahLst/>
              <a:cxnLst/>
              <a:rect r="r" b="b" t="t" l="l"/>
              <a:pathLst>
                <a:path h="896113" w="10515600">
                  <a:moveTo>
                    <a:pt x="10515600" y="0"/>
                  </a:moveTo>
                  <a:lnTo>
                    <a:pt x="10515600" y="896112"/>
                  </a:lnTo>
                  <a:lnTo>
                    <a:pt x="0" y="896112"/>
                  </a:lnTo>
                  <a:lnTo>
                    <a:pt x="0" y="0"/>
                  </a:lnTo>
                  <a:lnTo>
                    <a:pt x="105156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3362287" y="3484874"/>
            <a:ext cx="120653" cy="44453"/>
            <a:chOff x="6726345" y="6974567"/>
            <a:chExt cx="237744" cy="79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-6" y="7"/>
              <a:ext cx="237744" cy="79248"/>
            </a:xfrm>
            <a:custGeom>
              <a:avLst/>
              <a:gdLst/>
              <a:ahLst/>
              <a:cxnLst/>
              <a:rect r="r" b="b" t="t" l="l"/>
              <a:pathLst>
                <a:path h="79248" w="237744">
                  <a:moveTo>
                    <a:pt x="237744" y="0"/>
                  </a:moveTo>
                  <a:lnTo>
                    <a:pt x="237744" y="79247"/>
                  </a:lnTo>
                  <a:lnTo>
                    <a:pt x="0" y="79247"/>
                  </a:lnTo>
                  <a:lnTo>
                    <a:pt x="0" y="0"/>
                  </a:lnTo>
                  <a:lnTo>
                    <a:pt x="23774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3268637" y="3487941"/>
            <a:ext cx="107947" cy="57150"/>
            <a:chOff x="6541598" y="6978167"/>
            <a:chExt cx="207264" cy="109728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-6" y="0"/>
              <a:ext cx="207264" cy="109728"/>
            </a:xfrm>
            <a:custGeom>
              <a:avLst/>
              <a:gdLst/>
              <a:ahLst/>
              <a:cxnLst/>
              <a:rect r="r" b="b" t="t" l="l"/>
              <a:pathLst>
                <a:path h="109728" w="207264">
                  <a:moveTo>
                    <a:pt x="207264" y="0"/>
                  </a:moveTo>
                  <a:lnTo>
                    <a:pt x="207264" y="109728"/>
                  </a:lnTo>
                  <a:lnTo>
                    <a:pt x="0" y="109728"/>
                  </a:lnTo>
                  <a:lnTo>
                    <a:pt x="0" y="0"/>
                  </a:lnTo>
                  <a:lnTo>
                    <a:pt x="20726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3" id="123"/>
          <p:cNvGrpSpPr/>
          <p:nvPr/>
        </p:nvGrpSpPr>
        <p:grpSpPr>
          <a:xfrm rot="0">
            <a:off x="3469176" y="3514773"/>
            <a:ext cx="38100" cy="31747"/>
            <a:chOff x="6942925" y="7030822"/>
            <a:chExt cx="67056" cy="60960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67056" cy="60961"/>
            </a:xfrm>
            <a:custGeom>
              <a:avLst/>
              <a:gdLst/>
              <a:ahLst/>
              <a:cxnLst/>
              <a:rect r="r" b="b" t="t" l="l"/>
              <a:pathLst>
                <a:path h="60961" w="67056">
                  <a:moveTo>
                    <a:pt x="67056" y="0"/>
                  </a:moveTo>
                  <a:lnTo>
                    <a:pt x="67056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6705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5" id="125"/>
          <p:cNvGrpSpPr/>
          <p:nvPr/>
        </p:nvGrpSpPr>
        <p:grpSpPr>
          <a:xfrm rot="0">
            <a:off x="3305689" y="3534518"/>
            <a:ext cx="165097" cy="44453"/>
            <a:chOff x="6611893" y="7070807"/>
            <a:chExt cx="329184" cy="85344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6" y="-6"/>
              <a:ext cx="329184" cy="85344"/>
            </a:xfrm>
            <a:custGeom>
              <a:avLst/>
              <a:gdLst/>
              <a:ahLst/>
              <a:cxnLst/>
              <a:rect r="r" b="b" t="t" l="l"/>
              <a:pathLst>
                <a:path h="85344" w="329184">
                  <a:moveTo>
                    <a:pt x="329184" y="0"/>
                  </a:moveTo>
                  <a:lnTo>
                    <a:pt x="329184" y="85344"/>
                  </a:lnTo>
                  <a:lnTo>
                    <a:pt x="0" y="85344"/>
                  </a:lnTo>
                  <a:lnTo>
                    <a:pt x="0" y="0"/>
                  </a:lnTo>
                  <a:lnTo>
                    <a:pt x="3291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7" id="127"/>
          <p:cNvGrpSpPr/>
          <p:nvPr/>
        </p:nvGrpSpPr>
        <p:grpSpPr>
          <a:xfrm rot="0">
            <a:off x="3339856" y="3581114"/>
            <a:ext cx="95250" cy="31747"/>
            <a:chOff x="6680473" y="7166553"/>
            <a:chExt cx="188976" cy="54864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-6" y="6"/>
              <a:ext cx="188976" cy="54864"/>
            </a:xfrm>
            <a:custGeom>
              <a:avLst/>
              <a:gdLst/>
              <a:ahLst/>
              <a:cxnLst/>
              <a:rect r="r" b="b" t="t" l="l"/>
              <a:pathLst>
                <a:path h="54864" w="188976">
                  <a:moveTo>
                    <a:pt x="188976" y="0"/>
                  </a:moveTo>
                  <a:lnTo>
                    <a:pt x="188976" y="54864"/>
                  </a:lnTo>
                  <a:lnTo>
                    <a:pt x="0" y="54864"/>
                  </a:lnTo>
                  <a:lnTo>
                    <a:pt x="0" y="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3365230" y="3625748"/>
            <a:ext cx="44453" cy="44453"/>
            <a:chOff x="6732232" y="7253268"/>
            <a:chExt cx="85344" cy="85344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-6"/>
              <a:ext cx="85344" cy="85344"/>
            </a:xfrm>
            <a:custGeom>
              <a:avLst/>
              <a:gdLst/>
              <a:ahLst/>
              <a:cxnLst/>
              <a:rect r="r" b="b" t="t" l="l"/>
              <a:pathLst>
                <a:path h="85344" w="85344">
                  <a:moveTo>
                    <a:pt x="85344" y="0"/>
                  </a:moveTo>
                  <a:lnTo>
                    <a:pt x="85344" y="85344"/>
                  </a:lnTo>
                  <a:lnTo>
                    <a:pt x="0" y="85344"/>
                  </a:lnTo>
                  <a:lnTo>
                    <a:pt x="0" y="0"/>
                  </a:lnTo>
                  <a:lnTo>
                    <a:pt x="8534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39778" y="4865684"/>
            <a:ext cx="5302253" cy="1422397"/>
            <a:chOff x="1484376" y="9733407"/>
            <a:chExt cx="10594848" cy="2840736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10594848" cy="2840737"/>
            </a:xfrm>
            <a:custGeom>
              <a:avLst/>
              <a:gdLst/>
              <a:ahLst/>
              <a:cxnLst/>
              <a:rect r="r" b="b" t="t" l="l"/>
              <a:pathLst>
                <a:path h="2840737" w="10594848">
                  <a:moveTo>
                    <a:pt x="10594848" y="0"/>
                  </a:moveTo>
                  <a:lnTo>
                    <a:pt x="10594848" y="2840736"/>
                  </a:lnTo>
                  <a:lnTo>
                    <a:pt x="0" y="2840736"/>
                  </a:lnTo>
                  <a:lnTo>
                    <a:pt x="0" y="0"/>
                  </a:lnTo>
                  <a:lnTo>
                    <a:pt x="1059484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749303" y="4875209"/>
            <a:ext cx="5283203" cy="1403347"/>
            <a:chOff x="1502664" y="9751695"/>
            <a:chExt cx="10558272" cy="280416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10558272" cy="2804161"/>
            </a:xfrm>
            <a:custGeom>
              <a:avLst/>
              <a:gdLst/>
              <a:ahLst/>
              <a:cxnLst/>
              <a:rect r="r" b="b" t="t" l="l"/>
              <a:pathLst>
                <a:path h="2804161" w="10558272">
                  <a:moveTo>
                    <a:pt x="10558272" y="0"/>
                  </a:moveTo>
                  <a:lnTo>
                    <a:pt x="10558272" y="2804160"/>
                  </a:lnTo>
                  <a:lnTo>
                    <a:pt x="0" y="2804160"/>
                  </a:lnTo>
                  <a:lnTo>
                    <a:pt x="0" y="0"/>
                  </a:lnTo>
                  <a:lnTo>
                    <a:pt x="1055827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35" id="135"/>
          <p:cNvGrpSpPr/>
          <p:nvPr/>
        </p:nvGrpSpPr>
        <p:grpSpPr>
          <a:xfrm rot="0">
            <a:off x="762000" y="4884734"/>
            <a:ext cx="5257800" cy="450847"/>
            <a:chOff x="1524000" y="9772269"/>
            <a:chExt cx="10515600" cy="896112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10515600" cy="896113"/>
            </a:xfrm>
            <a:custGeom>
              <a:avLst/>
              <a:gdLst/>
              <a:ahLst/>
              <a:cxnLst/>
              <a:rect r="r" b="b" t="t" l="l"/>
              <a:pathLst>
                <a:path h="896113" w="10515600">
                  <a:moveTo>
                    <a:pt x="10515600" y="0"/>
                  </a:moveTo>
                  <a:lnTo>
                    <a:pt x="10515600" y="896112"/>
                  </a:lnTo>
                  <a:lnTo>
                    <a:pt x="0" y="896112"/>
                  </a:lnTo>
                  <a:lnTo>
                    <a:pt x="0" y="0"/>
                  </a:lnTo>
                  <a:lnTo>
                    <a:pt x="105156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37" id="137"/>
          <p:cNvGrpSpPr/>
          <p:nvPr/>
        </p:nvGrpSpPr>
        <p:grpSpPr>
          <a:xfrm rot="0">
            <a:off x="3372279" y="4994986"/>
            <a:ext cx="31747" cy="31747"/>
            <a:chOff x="6745834" y="9991249"/>
            <a:chExt cx="60960" cy="60960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6"/>
              <a:ext cx="60960" cy="60960"/>
            </a:xfrm>
            <a:custGeom>
              <a:avLst/>
              <a:gdLst/>
              <a:ahLst/>
              <a:cxnLst/>
              <a:rect r="r" b="b" t="t" l="l"/>
              <a:pathLst>
                <a:path h="60960" w="60960">
                  <a:moveTo>
                    <a:pt x="60960" y="0"/>
                  </a:moveTo>
                  <a:lnTo>
                    <a:pt x="6096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609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39" id="139"/>
          <p:cNvGrpSpPr/>
          <p:nvPr/>
        </p:nvGrpSpPr>
        <p:grpSpPr>
          <a:xfrm rot="0">
            <a:off x="3376527" y="5013960"/>
            <a:ext cx="19050" cy="12697"/>
            <a:chOff x="6756864" y="10028434"/>
            <a:chExt cx="30480" cy="24384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-6" y="-6"/>
              <a:ext cx="30480" cy="24384"/>
            </a:xfrm>
            <a:custGeom>
              <a:avLst/>
              <a:gdLst/>
              <a:ahLst/>
              <a:cxnLst/>
              <a:rect r="r" b="b" t="t" l="l"/>
              <a:pathLst>
                <a:path h="24384" w="30480">
                  <a:moveTo>
                    <a:pt x="30479" y="0"/>
                  </a:moveTo>
                  <a:lnTo>
                    <a:pt x="30479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3381908" y="5013617"/>
            <a:ext cx="12697" cy="31747"/>
            <a:chOff x="6764331" y="10031559"/>
            <a:chExt cx="24384" cy="54864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6" y="6"/>
              <a:ext cx="24384" cy="54863"/>
            </a:xfrm>
            <a:custGeom>
              <a:avLst/>
              <a:gdLst/>
              <a:ahLst/>
              <a:cxnLst/>
              <a:rect r="r" b="b" t="t" l="l"/>
              <a:pathLst>
                <a:path h="54863" w="24384">
                  <a:moveTo>
                    <a:pt x="24384" y="0"/>
                  </a:moveTo>
                  <a:lnTo>
                    <a:pt x="24384" y="54864"/>
                  </a:lnTo>
                  <a:lnTo>
                    <a:pt x="0" y="54864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3356315" y="5031267"/>
            <a:ext cx="63503" cy="12697"/>
            <a:chOff x="6715163" y="10063048"/>
            <a:chExt cx="121920" cy="24384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121920" cy="24384"/>
            </a:xfrm>
            <a:custGeom>
              <a:avLst/>
              <a:gdLst/>
              <a:ahLst/>
              <a:cxnLst/>
              <a:rect r="r" b="b" t="t" l="l"/>
              <a:pathLst>
                <a:path h="24384" w="121920">
                  <a:moveTo>
                    <a:pt x="121920" y="0"/>
                  </a:moveTo>
                  <a:lnTo>
                    <a:pt x="121920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12192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3405597" y="5029314"/>
            <a:ext cx="38100" cy="38100"/>
            <a:chOff x="6812718" y="10063201"/>
            <a:chExt cx="73152" cy="6705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6" y="0"/>
              <a:ext cx="73152" cy="67056"/>
            </a:xfrm>
            <a:custGeom>
              <a:avLst/>
              <a:gdLst/>
              <a:ahLst/>
              <a:cxnLst/>
              <a:rect r="r" b="b" t="t" l="l"/>
              <a:pathLst>
                <a:path h="67056" w="73152">
                  <a:moveTo>
                    <a:pt x="73152" y="0"/>
                  </a:moveTo>
                  <a:lnTo>
                    <a:pt x="73152" y="67056"/>
                  </a:lnTo>
                  <a:lnTo>
                    <a:pt x="0" y="67056"/>
                  </a:lnTo>
                  <a:lnTo>
                    <a:pt x="0" y="0"/>
                  </a:lnTo>
                  <a:lnTo>
                    <a:pt x="7315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3344856" y="5030105"/>
            <a:ext cx="25403" cy="19050"/>
            <a:chOff x="6690722" y="10064020"/>
            <a:chExt cx="48768" cy="30480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6" y="-6"/>
              <a:ext cx="48768" cy="30493"/>
            </a:xfrm>
            <a:custGeom>
              <a:avLst/>
              <a:gdLst/>
              <a:ahLst/>
              <a:cxnLst/>
              <a:rect r="r" b="b" t="t" l="l"/>
              <a:pathLst>
                <a:path h="30493" w="48768">
                  <a:moveTo>
                    <a:pt x="48768" y="0"/>
                  </a:moveTo>
                  <a:lnTo>
                    <a:pt x="48768" y="30493"/>
                  </a:lnTo>
                  <a:lnTo>
                    <a:pt x="0" y="30493"/>
                  </a:lnTo>
                  <a:lnTo>
                    <a:pt x="0" y="0"/>
                  </a:lnTo>
                  <a:lnTo>
                    <a:pt x="4876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9" id="149"/>
          <p:cNvGrpSpPr/>
          <p:nvPr/>
        </p:nvGrpSpPr>
        <p:grpSpPr>
          <a:xfrm rot="0">
            <a:off x="3332521" y="5034105"/>
            <a:ext cx="25403" cy="76200"/>
            <a:chOff x="6666052" y="10071259"/>
            <a:chExt cx="48768" cy="146304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6"/>
              <a:ext cx="48768" cy="146304"/>
            </a:xfrm>
            <a:custGeom>
              <a:avLst/>
              <a:gdLst/>
              <a:ahLst/>
              <a:cxnLst/>
              <a:rect r="r" b="b" t="t" l="l"/>
              <a:pathLst>
                <a:path h="146304" w="48768">
                  <a:moveTo>
                    <a:pt x="48768" y="0"/>
                  </a:moveTo>
                  <a:lnTo>
                    <a:pt x="48768" y="146305"/>
                  </a:lnTo>
                  <a:lnTo>
                    <a:pt x="0" y="146305"/>
                  </a:lnTo>
                  <a:lnTo>
                    <a:pt x="0" y="0"/>
                  </a:lnTo>
                  <a:lnTo>
                    <a:pt x="4876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51" id="151"/>
          <p:cNvGrpSpPr/>
          <p:nvPr/>
        </p:nvGrpSpPr>
        <p:grpSpPr>
          <a:xfrm rot="0">
            <a:off x="3430962" y="5051822"/>
            <a:ext cx="12697" cy="38100"/>
            <a:chOff x="6862438" y="10108215"/>
            <a:chExt cx="24384" cy="67056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-6" y="-6"/>
              <a:ext cx="24384" cy="67056"/>
            </a:xfrm>
            <a:custGeom>
              <a:avLst/>
              <a:gdLst/>
              <a:ahLst/>
              <a:cxnLst/>
              <a:rect r="r" b="b" t="t" l="l"/>
              <a:pathLst>
                <a:path h="67056" w="24384">
                  <a:moveTo>
                    <a:pt x="24384" y="0"/>
                  </a:moveTo>
                  <a:lnTo>
                    <a:pt x="24384" y="67056"/>
                  </a:lnTo>
                  <a:lnTo>
                    <a:pt x="0" y="67056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53" id="153"/>
          <p:cNvGrpSpPr/>
          <p:nvPr/>
        </p:nvGrpSpPr>
        <p:grpSpPr>
          <a:xfrm rot="0">
            <a:off x="3393424" y="5054584"/>
            <a:ext cx="31747" cy="31747"/>
            <a:chOff x="6788125" y="10110445"/>
            <a:chExt cx="60960" cy="60960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60960" cy="60960"/>
            </a:xfrm>
            <a:custGeom>
              <a:avLst/>
              <a:gdLst/>
              <a:ahLst/>
              <a:cxnLst/>
              <a:rect r="r" b="b" t="t" l="l"/>
              <a:pathLst>
                <a:path h="60960" w="60960">
                  <a:moveTo>
                    <a:pt x="60960" y="0"/>
                  </a:moveTo>
                  <a:lnTo>
                    <a:pt x="6096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609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55" id="155"/>
          <p:cNvGrpSpPr/>
          <p:nvPr/>
        </p:nvGrpSpPr>
        <p:grpSpPr>
          <a:xfrm rot="0">
            <a:off x="3351257" y="5054622"/>
            <a:ext cx="31747" cy="31747"/>
            <a:chOff x="6703790" y="10110521"/>
            <a:chExt cx="60960" cy="60960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-6" y="0"/>
              <a:ext cx="60960" cy="60960"/>
            </a:xfrm>
            <a:custGeom>
              <a:avLst/>
              <a:gdLst/>
              <a:ahLst/>
              <a:cxnLst/>
              <a:rect r="r" b="b" t="t" l="l"/>
              <a:pathLst>
                <a:path h="60960" w="60960">
                  <a:moveTo>
                    <a:pt x="60960" y="0"/>
                  </a:moveTo>
                  <a:lnTo>
                    <a:pt x="6096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609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57" id="157"/>
          <p:cNvGrpSpPr/>
          <p:nvPr/>
        </p:nvGrpSpPr>
        <p:grpSpPr>
          <a:xfrm rot="0">
            <a:off x="3351371" y="5067891"/>
            <a:ext cx="12697" cy="12697"/>
            <a:chOff x="6703257" y="10136295"/>
            <a:chExt cx="24384" cy="24384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-6" y="-6"/>
              <a:ext cx="24384" cy="24397"/>
            </a:xfrm>
            <a:custGeom>
              <a:avLst/>
              <a:gdLst/>
              <a:ahLst/>
              <a:cxnLst/>
              <a:rect r="r" b="b" t="t" l="l"/>
              <a:pathLst>
                <a:path h="24397" w="24384">
                  <a:moveTo>
                    <a:pt x="24383" y="0"/>
                  </a:moveTo>
                  <a:lnTo>
                    <a:pt x="24383" y="24397"/>
                  </a:lnTo>
                  <a:lnTo>
                    <a:pt x="0" y="24397"/>
                  </a:lnTo>
                  <a:lnTo>
                    <a:pt x="0" y="0"/>
                  </a:lnTo>
                  <a:lnTo>
                    <a:pt x="2438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59" id="159"/>
          <p:cNvGrpSpPr/>
          <p:nvPr/>
        </p:nvGrpSpPr>
        <p:grpSpPr>
          <a:xfrm rot="0">
            <a:off x="3418580" y="5076596"/>
            <a:ext cx="25403" cy="31747"/>
            <a:chOff x="6838169" y="10154469"/>
            <a:chExt cx="48768" cy="60960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-6" y="6"/>
              <a:ext cx="48768" cy="60947"/>
            </a:xfrm>
            <a:custGeom>
              <a:avLst/>
              <a:gdLst/>
              <a:ahLst/>
              <a:cxnLst/>
              <a:rect r="r" b="b" t="t" l="l"/>
              <a:pathLst>
                <a:path h="60947" w="48768">
                  <a:moveTo>
                    <a:pt x="48768" y="0"/>
                  </a:moveTo>
                  <a:lnTo>
                    <a:pt x="48768" y="60948"/>
                  </a:lnTo>
                  <a:lnTo>
                    <a:pt x="0" y="60948"/>
                  </a:lnTo>
                  <a:lnTo>
                    <a:pt x="0" y="0"/>
                  </a:lnTo>
                  <a:lnTo>
                    <a:pt x="4876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61" id="161"/>
          <p:cNvGrpSpPr/>
          <p:nvPr/>
        </p:nvGrpSpPr>
        <p:grpSpPr>
          <a:xfrm rot="0">
            <a:off x="3417560" y="5095913"/>
            <a:ext cx="19050" cy="25403"/>
            <a:chOff x="6838931" y="10192836"/>
            <a:chExt cx="30480" cy="48768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-6" y="6"/>
              <a:ext cx="30480" cy="48768"/>
            </a:xfrm>
            <a:custGeom>
              <a:avLst/>
              <a:gdLst/>
              <a:ahLst/>
              <a:cxnLst/>
              <a:rect r="r" b="b" t="t" l="l"/>
              <a:pathLst>
                <a:path h="48768" w="30480">
                  <a:moveTo>
                    <a:pt x="30480" y="0"/>
                  </a:moveTo>
                  <a:lnTo>
                    <a:pt x="30480" y="48768"/>
                  </a:lnTo>
                  <a:lnTo>
                    <a:pt x="0" y="48768"/>
                  </a:lnTo>
                  <a:lnTo>
                    <a:pt x="0" y="0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63" id="163"/>
          <p:cNvGrpSpPr/>
          <p:nvPr/>
        </p:nvGrpSpPr>
        <p:grpSpPr>
          <a:xfrm rot="0">
            <a:off x="3343923" y="5096313"/>
            <a:ext cx="88897" cy="12697"/>
            <a:chOff x="6691408" y="10193141"/>
            <a:chExt cx="170688" cy="24384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-6" y="6"/>
              <a:ext cx="170700" cy="24385"/>
            </a:xfrm>
            <a:custGeom>
              <a:avLst/>
              <a:gdLst/>
              <a:ahLst/>
              <a:cxnLst/>
              <a:rect r="r" b="b" t="t" l="l"/>
              <a:pathLst>
                <a:path h="24385" w="170700">
                  <a:moveTo>
                    <a:pt x="170700" y="0"/>
                  </a:moveTo>
                  <a:lnTo>
                    <a:pt x="170700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1707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65" id="165"/>
          <p:cNvGrpSpPr/>
          <p:nvPr/>
        </p:nvGrpSpPr>
        <p:grpSpPr>
          <a:xfrm rot="0">
            <a:off x="3340713" y="5095465"/>
            <a:ext cx="19050" cy="19050"/>
            <a:chOff x="6685235" y="10194741"/>
            <a:chExt cx="30480" cy="30480"/>
          </a:xfrm>
        </p:grpSpPr>
        <p:sp>
          <p:nvSpPr>
            <p:cNvPr name="Freeform 166" id="166"/>
            <p:cNvSpPr/>
            <p:nvPr/>
          </p:nvSpPr>
          <p:spPr>
            <a:xfrm flipH="false" flipV="false" rot="0">
              <a:off x="-6" y="-7"/>
              <a:ext cx="30480" cy="30480"/>
            </a:xfrm>
            <a:custGeom>
              <a:avLst/>
              <a:gdLst/>
              <a:ahLst/>
              <a:cxnLst/>
              <a:rect r="r" b="b" t="t" l="l"/>
              <a:pathLst>
                <a:path h="30480" w="30480">
                  <a:moveTo>
                    <a:pt x="30480" y="0"/>
                  </a:moveTo>
                  <a:lnTo>
                    <a:pt x="30480" y="30481"/>
                  </a:lnTo>
                  <a:lnTo>
                    <a:pt x="0" y="30481"/>
                  </a:lnTo>
                  <a:lnTo>
                    <a:pt x="0" y="0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67" id="167"/>
          <p:cNvGrpSpPr/>
          <p:nvPr/>
        </p:nvGrpSpPr>
        <p:grpSpPr>
          <a:xfrm rot="0">
            <a:off x="3341808" y="5099695"/>
            <a:ext cx="12697" cy="19050"/>
            <a:chOff x="6684131" y="10203199"/>
            <a:chExt cx="24384" cy="30480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6" y="-6"/>
              <a:ext cx="24384" cy="30480"/>
            </a:xfrm>
            <a:custGeom>
              <a:avLst/>
              <a:gdLst/>
              <a:ahLst/>
              <a:cxnLst/>
              <a:rect r="r" b="b" t="t" l="l"/>
              <a:pathLst>
                <a:path h="30480" w="24384">
                  <a:moveTo>
                    <a:pt x="24384" y="0"/>
                  </a:moveTo>
                  <a:lnTo>
                    <a:pt x="24384" y="30480"/>
                  </a:lnTo>
                  <a:lnTo>
                    <a:pt x="0" y="30480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69" id="169"/>
          <p:cNvGrpSpPr/>
          <p:nvPr/>
        </p:nvGrpSpPr>
        <p:grpSpPr>
          <a:xfrm rot="0">
            <a:off x="3317567" y="5104457"/>
            <a:ext cx="38100" cy="31747"/>
            <a:chOff x="6639706" y="10210190"/>
            <a:chExt cx="67056" cy="60960"/>
          </a:xfrm>
        </p:grpSpPr>
        <p:sp>
          <p:nvSpPr>
            <p:cNvPr name="Freeform 170" id="170"/>
            <p:cNvSpPr/>
            <p:nvPr/>
          </p:nvSpPr>
          <p:spPr>
            <a:xfrm flipH="false" flipV="false" rot="0">
              <a:off x="6" y="0"/>
              <a:ext cx="67056" cy="60960"/>
            </a:xfrm>
            <a:custGeom>
              <a:avLst/>
              <a:gdLst/>
              <a:ahLst/>
              <a:cxnLst/>
              <a:rect r="r" b="b" t="t" l="l"/>
              <a:pathLst>
                <a:path h="60960" w="67056">
                  <a:moveTo>
                    <a:pt x="67056" y="0"/>
                  </a:moveTo>
                  <a:lnTo>
                    <a:pt x="67056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6705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1" id="171"/>
          <p:cNvGrpSpPr/>
          <p:nvPr/>
        </p:nvGrpSpPr>
        <p:grpSpPr>
          <a:xfrm rot="0">
            <a:off x="3420342" y="5104943"/>
            <a:ext cx="38100" cy="25403"/>
            <a:chOff x="6845256" y="10210895"/>
            <a:chExt cx="67056" cy="48768"/>
          </a:xfrm>
        </p:grpSpPr>
        <p:sp>
          <p:nvSpPr>
            <p:cNvPr name="Freeform 172" id="172"/>
            <p:cNvSpPr/>
            <p:nvPr/>
          </p:nvSpPr>
          <p:spPr>
            <a:xfrm flipH="false" flipV="false" rot="0">
              <a:off x="6" y="-6"/>
              <a:ext cx="67056" cy="48768"/>
            </a:xfrm>
            <a:custGeom>
              <a:avLst/>
              <a:gdLst/>
              <a:ahLst/>
              <a:cxnLst/>
              <a:rect r="r" b="b" t="t" l="l"/>
              <a:pathLst>
                <a:path h="48768" w="67056">
                  <a:moveTo>
                    <a:pt x="67056" y="0"/>
                  </a:moveTo>
                  <a:lnTo>
                    <a:pt x="67056" y="48767"/>
                  </a:lnTo>
                  <a:lnTo>
                    <a:pt x="0" y="48767"/>
                  </a:lnTo>
                  <a:lnTo>
                    <a:pt x="0" y="0"/>
                  </a:lnTo>
                  <a:lnTo>
                    <a:pt x="6705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3" id="173"/>
          <p:cNvGrpSpPr/>
          <p:nvPr/>
        </p:nvGrpSpPr>
        <p:grpSpPr>
          <a:xfrm rot="0">
            <a:off x="3341008" y="5104733"/>
            <a:ext cx="12697" cy="50797"/>
            <a:chOff x="6682530" y="10211505"/>
            <a:chExt cx="24384" cy="97536"/>
          </a:xfrm>
        </p:grpSpPr>
        <p:sp>
          <p:nvSpPr>
            <p:cNvPr name="Freeform 174" id="174"/>
            <p:cNvSpPr/>
            <p:nvPr/>
          </p:nvSpPr>
          <p:spPr>
            <a:xfrm flipH="false" flipV="false" rot="0">
              <a:off x="-6" y="-6"/>
              <a:ext cx="24385" cy="97536"/>
            </a:xfrm>
            <a:custGeom>
              <a:avLst/>
              <a:gdLst/>
              <a:ahLst/>
              <a:cxnLst/>
              <a:rect r="r" b="b" t="t" l="l"/>
              <a:pathLst>
                <a:path h="97536" w="24385">
                  <a:moveTo>
                    <a:pt x="24384" y="0"/>
                  </a:moveTo>
                  <a:lnTo>
                    <a:pt x="24384" y="97535"/>
                  </a:lnTo>
                  <a:lnTo>
                    <a:pt x="0" y="97535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5" id="175"/>
          <p:cNvGrpSpPr/>
          <p:nvPr/>
        </p:nvGrpSpPr>
        <p:grpSpPr>
          <a:xfrm rot="0">
            <a:off x="3422637" y="5106076"/>
            <a:ext cx="12697" cy="50797"/>
            <a:chOff x="6845789" y="10217239"/>
            <a:chExt cx="24384" cy="91440"/>
          </a:xfrm>
        </p:grpSpPr>
        <p:sp>
          <p:nvSpPr>
            <p:cNvPr name="Freeform 176" id="176"/>
            <p:cNvSpPr/>
            <p:nvPr/>
          </p:nvSpPr>
          <p:spPr>
            <a:xfrm flipH="false" flipV="false" rot="0">
              <a:off x="6" y="0"/>
              <a:ext cx="24384" cy="91439"/>
            </a:xfrm>
            <a:custGeom>
              <a:avLst/>
              <a:gdLst/>
              <a:ahLst/>
              <a:cxnLst/>
              <a:rect r="r" b="b" t="t" l="l"/>
              <a:pathLst>
                <a:path h="91439" w="24384">
                  <a:moveTo>
                    <a:pt x="24384" y="0"/>
                  </a:moveTo>
                  <a:lnTo>
                    <a:pt x="24384" y="91440"/>
                  </a:lnTo>
                  <a:lnTo>
                    <a:pt x="0" y="91440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7" id="177"/>
          <p:cNvGrpSpPr/>
          <p:nvPr/>
        </p:nvGrpSpPr>
        <p:grpSpPr>
          <a:xfrm rot="0">
            <a:off x="3443516" y="5116439"/>
            <a:ext cx="12697" cy="50797"/>
            <a:chOff x="6887546" y="10237965"/>
            <a:chExt cx="24384" cy="91440"/>
          </a:xfrm>
        </p:grpSpPr>
        <p:sp>
          <p:nvSpPr>
            <p:cNvPr name="Freeform 178" id="178"/>
            <p:cNvSpPr/>
            <p:nvPr/>
          </p:nvSpPr>
          <p:spPr>
            <a:xfrm flipH="false" flipV="false" rot="0">
              <a:off x="-6" y="0"/>
              <a:ext cx="24384" cy="91440"/>
            </a:xfrm>
            <a:custGeom>
              <a:avLst/>
              <a:gdLst/>
              <a:ahLst/>
              <a:cxnLst/>
              <a:rect r="r" b="b" t="t" l="l"/>
              <a:pathLst>
                <a:path h="91440" w="24384">
                  <a:moveTo>
                    <a:pt x="24384" y="0"/>
                  </a:moveTo>
                  <a:lnTo>
                    <a:pt x="24384" y="91440"/>
                  </a:lnTo>
                  <a:lnTo>
                    <a:pt x="0" y="91440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9" id="179"/>
          <p:cNvGrpSpPr/>
          <p:nvPr/>
        </p:nvGrpSpPr>
        <p:grpSpPr>
          <a:xfrm rot="0">
            <a:off x="3319443" y="5122602"/>
            <a:ext cx="12697" cy="44453"/>
            <a:chOff x="6639401" y="10246976"/>
            <a:chExt cx="24384" cy="85344"/>
          </a:xfrm>
        </p:grpSpPr>
        <p:sp>
          <p:nvSpPr>
            <p:cNvPr name="Freeform 180" id="180"/>
            <p:cNvSpPr/>
            <p:nvPr/>
          </p:nvSpPr>
          <p:spPr>
            <a:xfrm flipH="false" flipV="false" rot="0">
              <a:off x="-6" y="6"/>
              <a:ext cx="24384" cy="85344"/>
            </a:xfrm>
            <a:custGeom>
              <a:avLst/>
              <a:gdLst/>
              <a:ahLst/>
              <a:cxnLst/>
              <a:rect r="r" b="b" t="t" l="l"/>
              <a:pathLst>
                <a:path h="85344" w="24384">
                  <a:moveTo>
                    <a:pt x="24384" y="0"/>
                  </a:moveTo>
                  <a:lnTo>
                    <a:pt x="24384" y="85344"/>
                  </a:lnTo>
                  <a:lnTo>
                    <a:pt x="0" y="85344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81" id="181"/>
          <p:cNvGrpSpPr/>
          <p:nvPr/>
        </p:nvGrpSpPr>
        <p:grpSpPr>
          <a:xfrm rot="0">
            <a:off x="3399349" y="5141262"/>
            <a:ext cx="38100" cy="38100"/>
            <a:chOff x="6803269" y="10284047"/>
            <a:chExt cx="67056" cy="73152"/>
          </a:xfrm>
        </p:grpSpPr>
        <p:sp>
          <p:nvSpPr>
            <p:cNvPr name="Freeform 182" id="182"/>
            <p:cNvSpPr/>
            <p:nvPr/>
          </p:nvSpPr>
          <p:spPr>
            <a:xfrm flipH="false" flipV="false" rot="0">
              <a:off x="6" y="-6"/>
              <a:ext cx="67056" cy="73151"/>
            </a:xfrm>
            <a:custGeom>
              <a:avLst/>
              <a:gdLst/>
              <a:ahLst/>
              <a:cxnLst/>
              <a:rect r="r" b="b" t="t" l="l"/>
              <a:pathLst>
                <a:path h="73151" w="67056">
                  <a:moveTo>
                    <a:pt x="67056" y="0"/>
                  </a:moveTo>
                  <a:lnTo>
                    <a:pt x="67056" y="73151"/>
                  </a:lnTo>
                  <a:lnTo>
                    <a:pt x="0" y="73151"/>
                  </a:lnTo>
                  <a:lnTo>
                    <a:pt x="0" y="0"/>
                  </a:lnTo>
                  <a:lnTo>
                    <a:pt x="6705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83" id="183"/>
          <p:cNvGrpSpPr/>
          <p:nvPr/>
        </p:nvGrpSpPr>
        <p:grpSpPr>
          <a:xfrm rot="0">
            <a:off x="3341456" y="5141585"/>
            <a:ext cx="25403" cy="38100"/>
            <a:chOff x="6683921" y="10287743"/>
            <a:chExt cx="48768" cy="67056"/>
          </a:xfrm>
        </p:grpSpPr>
        <p:sp>
          <p:nvSpPr>
            <p:cNvPr name="Freeform 184" id="184"/>
            <p:cNvSpPr/>
            <p:nvPr/>
          </p:nvSpPr>
          <p:spPr>
            <a:xfrm flipH="false" flipV="false" rot="0">
              <a:off x="0" y="7"/>
              <a:ext cx="48768" cy="67056"/>
            </a:xfrm>
            <a:custGeom>
              <a:avLst/>
              <a:gdLst/>
              <a:ahLst/>
              <a:cxnLst/>
              <a:rect r="r" b="b" t="t" l="l"/>
              <a:pathLst>
                <a:path h="67056" w="48768">
                  <a:moveTo>
                    <a:pt x="48768" y="0"/>
                  </a:moveTo>
                  <a:lnTo>
                    <a:pt x="48768" y="67055"/>
                  </a:lnTo>
                  <a:lnTo>
                    <a:pt x="0" y="67055"/>
                  </a:lnTo>
                  <a:lnTo>
                    <a:pt x="0" y="0"/>
                  </a:lnTo>
                  <a:lnTo>
                    <a:pt x="4876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85" id="185"/>
          <p:cNvGrpSpPr/>
          <p:nvPr/>
        </p:nvGrpSpPr>
        <p:grpSpPr>
          <a:xfrm rot="0">
            <a:off x="3431886" y="5152130"/>
            <a:ext cx="25403" cy="31747"/>
            <a:chOff x="6867830" y="10308584"/>
            <a:chExt cx="42672" cy="54864"/>
          </a:xfrm>
        </p:grpSpPr>
        <p:sp>
          <p:nvSpPr>
            <p:cNvPr name="Freeform 186" id="186"/>
            <p:cNvSpPr/>
            <p:nvPr/>
          </p:nvSpPr>
          <p:spPr>
            <a:xfrm flipH="false" flipV="false" rot="0">
              <a:off x="0" y="7"/>
              <a:ext cx="42672" cy="54851"/>
            </a:xfrm>
            <a:custGeom>
              <a:avLst/>
              <a:gdLst/>
              <a:ahLst/>
              <a:cxnLst/>
              <a:rect r="r" b="b" t="t" l="l"/>
              <a:pathLst>
                <a:path h="54851" w="42672">
                  <a:moveTo>
                    <a:pt x="42672" y="0"/>
                  </a:moveTo>
                  <a:lnTo>
                    <a:pt x="42672" y="54850"/>
                  </a:lnTo>
                  <a:lnTo>
                    <a:pt x="0" y="54850"/>
                  </a:lnTo>
                  <a:lnTo>
                    <a:pt x="0" y="0"/>
                  </a:lnTo>
                  <a:lnTo>
                    <a:pt x="4267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87" id="187"/>
          <p:cNvGrpSpPr/>
          <p:nvPr/>
        </p:nvGrpSpPr>
        <p:grpSpPr>
          <a:xfrm rot="0">
            <a:off x="3307518" y="5152177"/>
            <a:ext cx="25403" cy="31747"/>
            <a:chOff x="6619094" y="10308679"/>
            <a:chExt cx="42672" cy="54864"/>
          </a:xfrm>
        </p:grpSpPr>
        <p:sp>
          <p:nvSpPr>
            <p:cNvPr name="Freeform 188" id="188"/>
            <p:cNvSpPr/>
            <p:nvPr/>
          </p:nvSpPr>
          <p:spPr>
            <a:xfrm flipH="false" flipV="false" rot="0">
              <a:off x="-6" y="0"/>
              <a:ext cx="42672" cy="54864"/>
            </a:xfrm>
            <a:custGeom>
              <a:avLst/>
              <a:gdLst/>
              <a:ahLst/>
              <a:cxnLst/>
              <a:rect r="r" b="b" t="t" l="l"/>
              <a:pathLst>
                <a:path h="54864" w="42672">
                  <a:moveTo>
                    <a:pt x="42672" y="0"/>
                  </a:moveTo>
                  <a:lnTo>
                    <a:pt x="42672" y="54864"/>
                  </a:lnTo>
                  <a:lnTo>
                    <a:pt x="0" y="54864"/>
                  </a:lnTo>
                  <a:lnTo>
                    <a:pt x="0" y="0"/>
                  </a:lnTo>
                  <a:lnTo>
                    <a:pt x="4267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89" id="189"/>
          <p:cNvGrpSpPr/>
          <p:nvPr/>
        </p:nvGrpSpPr>
        <p:grpSpPr>
          <a:xfrm rot="0">
            <a:off x="3318777" y="5152292"/>
            <a:ext cx="25403" cy="31747"/>
            <a:chOff x="6641611" y="10308907"/>
            <a:chExt cx="42672" cy="54864"/>
          </a:xfrm>
        </p:grpSpPr>
        <p:sp>
          <p:nvSpPr>
            <p:cNvPr name="Freeform 190" id="190"/>
            <p:cNvSpPr/>
            <p:nvPr/>
          </p:nvSpPr>
          <p:spPr>
            <a:xfrm flipH="false" flipV="false" rot="0">
              <a:off x="-6" y="0"/>
              <a:ext cx="42672" cy="54864"/>
            </a:xfrm>
            <a:custGeom>
              <a:avLst/>
              <a:gdLst/>
              <a:ahLst/>
              <a:cxnLst/>
              <a:rect r="r" b="b" t="t" l="l"/>
              <a:pathLst>
                <a:path h="54864" w="42672">
                  <a:moveTo>
                    <a:pt x="42672" y="0"/>
                  </a:moveTo>
                  <a:lnTo>
                    <a:pt x="42672" y="54864"/>
                  </a:lnTo>
                  <a:lnTo>
                    <a:pt x="0" y="54864"/>
                  </a:lnTo>
                  <a:lnTo>
                    <a:pt x="0" y="0"/>
                  </a:lnTo>
                  <a:lnTo>
                    <a:pt x="4267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91" id="191"/>
          <p:cNvGrpSpPr/>
          <p:nvPr/>
        </p:nvGrpSpPr>
        <p:grpSpPr>
          <a:xfrm rot="0">
            <a:off x="3443145" y="5152320"/>
            <a:ext cx="25403" cy="31747"/>
            <a:chOff x="6887299" y="10308965"/>
            <a:chExt cx="48768" cy="54864"/>
          </a:xfrm>
        </p:grpSpPr>
        <p:sp>
          <p:nvSpPr>
            <p:cNvPr name="Freeform 192" id="192"/>
            <p:cNvSpPr/>
            <p:nvPr/>
          </p:nvSpPr>
          <p:spPr>
            <a:xfrm flipH="false" flipV="false" rot="0">
              <a:off x="0" y="-6"/>
              <a:ext cx="48768" cy="54864"/>
            </a:xfrm>
            <a:custGeom>
              <a:avLst/>
              <a:gdLst/>
              <a:ahLst/>
              <a:cxnLst/>
              <a:rect r="r" b="b" t="t" l="l"/>
              <a:pathLst>
                <a:path h="54864" w="48768">
                  <a:moveTo>
                    <a:pt x="48768" y="0"/>
                  </a:moveTo>
                  <a:lnTo>
                    <a:pt x="48768" y="54864"/>
                  </a:lnTo>
                  <a:lnTo>
                    <a:pt x="0" y="54864"/>
                  </a:lnTo>
                  <a:lnTo>
                    <a:pt x="0" y="0"/>
                  </a:lnTo>
                  <a:lnTo>
                    <a:pt x="4876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93" id="193"/>
          <p:cNvGrpSpPr/>
          <p:nvPr/>
        </p:nvGrpSpPr>
        <p:grpSpPr>
          <a:xfrm rot="0">
            <a:off x="3352743" y="5165865"/>
            <a:ext cx="63503" cy="12697"/>
            <a:chOff x="6711067" y="10332243"/>
            <a:chExt cx="115824" cy="24384"/>
          </a:xfrm>
        </p:grpSpPr>
        <p:sp>
          <p:nvSpPr>
            <p:cNvPr name="Freeform 194" id="194"/>
            <p:cNvSpPr/>
            <p:nvPr/>
          </p:nvSpPr>
          <p:spPr>
            <a:xfrm flipH="false" flipV="false" rot="0">
              <a:off x="-6" y="-6"/>
              <a:ext cx="115824" cy="24384"/>
            </a:xfrm>
            <a:custGeom>
              <a:avLst/>
              <a:gdLst/>
              <a:ahLst/>
              <a:cxnLst/>
              <a:rect r="r" b="b" t="t" l="l"/>
              <a:pathLst>
                <a:path h="24384" w="115824">
                  <a:moveTo>
                    <a:pt x="115824" y="0"/>
                  </a:moveTo>
                  <a:lnTo>
                    <a:pt x="115824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11582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95" id="195"/>
          <p:cNvGrpSpPr/>
          <p:nvPr/>
        </p:nvGrpSpPr>
        <p:grpSpPr>
          <a:xfrm rot="0">
            <a:off x="3408616" y="5165722"/>
            <a:ext cx="12697" cy="57150"/>
            <a:chOff x="6817747" y="10333730"/>
            <a:chExt cx="24384" cy="109728"/>
          </a:xfrm>
        </p:grpSpPr>
        <p:sp>
          <p:nvSpPr>
            <p:cNvPr name="Freeform 196" id="196"/>
            <p:cNvSpPr/>
            <p:nvPr/>
          </p:nvSpPr>
          <p:spPr>
            <a:xfrm flipH="false" flipV="false" rot="0">
              <a:off x="-6" y="6"/>
              <a:ext cx="24384" cy="109728"/>
            </a:xfrm>
            <a:custGeom>
              <a:avLst/>
              <a:gdLst/>
              <a:ahLst/>
              <a:cxnLst/>
              <a:rect r="r" b="b" t="t" l="l"/>
              <a:pathLst>
                <a:path h="109728" w="24384">
                  <a:moveTo>
                    <a:pt x="24384" y="0"/>
                  </a:moveTo>
                  <a:lnTo>
                    <a:pt x="24384" y="109728"/>
                  </a:lnTo>
                  <a:lnTo>
                    <a:pt x="0" y="109728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97" id="197"/>
          <p:cNvGrpSpPr/>
          <p:nvPr/>
        </p:nvGrpSpPr>
        <p:grpSpPr>
          <a:xfrm rot="0">
            <a:off x="3354915" y="5165769"/>
            <a:ext cx="12697" cy="57150"/>
            <a:chOff x="6710343" y="10333825"/>
            <a:chExt cx="24384" cy="109728"/>
          </a:xfrm>
        </p:grpSpPr>
        <p:sp>
          <p:nvSpPr>
            <p:cNvPr name="Freeform 198" id="198"/>
            <p:cNvSpPr/>
            <p:nvPr/>
          </p:nvSpPr>
          <p:spPr>
            <a:xfrm flipH="false" flipV="false" rot="0">
              <a:off x="-6" y="0"/>
              <a:ext cx="24385" cy="109728"/>
            </a:xfrm>
            <a:custGeom>
              <a:avLst/>
              <a:gdLst/>
              <a:ahLst/>
              <a:cxnLst/>
              <a:rect r="r" b="b" t="t" l="l"/>
              <a:pathLst>
                <a:path h="109728" w="24385">
                  <a:moveTo>
                    <a:pt x="24384" y="0"/>
                  </a:moveTo>
                  <a:lnTo>
                    <a:pt x="24384" y="109728"/>
                  </a:lnTo>
                  <a:lnTo>
                    <a:pt x="0" y="109728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99" id="199"/>
          <p:cNvGrpSpPr/>
          <p:nvPr/>
        </p:nvGrpSpPr>
        <p:grpSpPr>
          <a:xfrm rot="0">
            <a:off x="3342256" y="5210680"/>
            <a:ext cx="38100" cy="19050"/>
            <a:chOff x="6686035" y="10422122"/>
            <a:chExt cx="73152" cy="36576"/>
          </a:xfrm>
        </p:grpSpPr>
        <p:sp>
          <p:nvSpPr>
            <p:cNvPr name="Freeform 200" id="200"/>
            <p:cNvSpPr/>
            <p:nvPr/>
          </p:nvSpPr>
          <p:spPr>
            <a:xfrm flipH="false" flipV="false" rot="0">
              <a:off x="-6" y="7"/>
              <a:ext cx="73152" cy="36563"/>
            </a:xfrm>
            <a:custGeom>
              <a:avLst/>
              <a:gdLst/>
              <a:ahLst/>
              <a:cxnLst/>
              <a:rect r="r" b="b" t="t" l="l"/>
              <a:pathLst>
                <a:path h="36563" w="73152">
                  <a:moveTo>
                    <a:pt x="73152" y="0"/>
                  </a:moveTo>
                  <a:lnTo>
                    <a:pt x="73152" y="36562"/>
                  </a:lnTo>
                  <a:lnTo>
                    <a:pt x="0" y="36562"/>
                  </a:lnTo>
                  <a:lnTo>
                    <a:pt x="0" y="0"/>
                  </a:lnTo>
                  <a:lnTo>
                    <a:pt x="7315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1" id="201"/>
          <p:cNvGrpSpPr/>
          <p:nvPr/>
        </p:nvGrpSpPr>
        <p:grpSpPr>
          <a:xfrm rot="0">
            <a:off x="3396072" y="5210680"/>
            <a:ext cx="38100" cy="19050"/>
            <a:chOff x="6793668" y="10422122"/>
            <a:chExt cx="73152" cy="36576"/>
          </a:xfrm>
        </p:grpSpPr>
        <p:sp>
          <p:nvSpPr>
            <p:cNvPr name="Freeform 202" id="202"/>
            <p:cNvSpPr/>
            <p:nvPr/>
          </p:nvSpPr>
          <p:spPr>
            <a:xfrm flipH="false" flipV="false" rot="0">
              <a:off x="6" y="7"/>
              <a:ext cx="73152" cy="36563"/>
            </a:xfrm>
            <a:custGeom>
              <a:avLst/>
              <a:gdLst/>
              <a:ahLst/>
              <a:cxnLst/>
              <a:rect r="r" b="b" t="t" l="l"/>
              <a:pathLst>
                <a:path h="36563" w="73152">
                  <a:moveTo>
                    <a:pt x="73152" y="0"/>
                  </a:moveTo>
                  <a:lnTo>
                    <a:pt x="73152" y="36562"/>
                  </a:lnTo>
                  <a:lnTo>
                    <a:pt x="0" y="36562"/>
                  </a:lnTo>
                  <a:lnTo>
                    <a:pt x="0" y="0"/>
                  </a:lnTo>
                  <a:lnTo>
                    <a:pt x="7315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3" id="203"/>
          <p:cNvGrpSpPr/>
          <p:nvPr/>
        </p:nvGrpSpPr>
        <p:grpSpPr>
          <a:xfrm rot="0">
            <a:off x="6149978" y="3332159"/>
            <a:ext cx="5302253" cy="1422397"/>
            <a:chOff x="12304776" y="6666357"/>
            <a:chExt cx="10594848" cy="2840736"/>
          </a:xfrm>
        </p:grpSpPr>
        <p:sp>
          <p:nvSpPr>
            <p:cNvPr name="Freeform 204" id="204"/>
            <p:cNvSpPr/>
            <p:nvPr/>
          </p:nvSpPr>
          <p:spPr>
            <a:xfrm flipH="false" flipV="false" rot="0">
              <a:off x="0" y="0"/>
              <a:ext cx="10594848" cy="2840737"/>
            </a:xfrm>
            <a:custGeom>
              <a:avLst/>
              <a:gdLst/>
              <a:ahLst/>
              <a:cxnLst/>
              <a:rect r="r" b="b" t="t" l="l"/>
              <a:pathLst>
                <a:path h="2840737" w="10594848">
                  <a:moveTo>
                    <a:pt x="10594848" y="0"/>
                  </a:moveTo>
                  <a:lnTo>
                    <a:pt x="10594848" y="2840736"/>
                  </a:lnTo>
                  <a:lnTo>
                    <a:pt x="0" y="2840736"/>
                  </a:lnTo>
                  <a:lnTo>
                    <a:pt x="0" y="0"/>
                  </a:lnTo>
                  <a:lnTo>
                    <a:pt x="1059484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5" id="205"/>
          <p:cNvGrpSpPr/>
          <p:nvPr/>
        </p:nvGrpSpPr>
        <p:grpSpPr>
          <a:xfrm rot="0">
            <a:off x="6159503" y="3341684"/>
            <a:ext cx="5283203" cy="1403347"/>
            <a:chOff x="12323064" y="6684645"/>
            <a:chExt cx="10558272" cy="2804160"/>
          </a:xfrm>
        </p:grpSpPr>
        <p:sp>
          <p:nvSpPr>
            <p:cNvPr name="Freeform 206" id="206"/>
            <p:cNvSpPr/>
            <p:nvPr/>
          </p:nvSpPr>
          <p:spPr>
            <a:xfrm flipH="false" flipV="false" rot="0">
              <a:off x="0" y="0"/>
              <a:ext cx="10558272" cy="2804161"/>
            </a:xfrm>
            <a:custGeom>
              <a:avLst/>
              <a:gdLst/>
              <a:ahLst/>
              <a:cxnLst/>
              <a:rect r="r" b="b" t="t" l="l"/>
              <a:pathLst>
                <a:path h="2804161" w="10558272">
                  <a:moveTo>
                    <a:pt x="10558273" y="0"/>
                  </a:moveTo>
                  <a:lnTo>
                    <a:pt x="10558273" y="2804160"/>
                  </a:lnTo>
                  <a:lnTo>
                    <a:pt x="0" y="2804160"/>
                  </a:lnTo>
                  <a:lnTo>
                    <a:pt x="0" y="0"/>
                  </a:lnTo>
                  <a:lnTo>
                    <a:pt x="1055827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7" id="207"/>
          <p:cNvGrpSpPr/>
          <p:nvPr/>
        </p:nvGrpSpPr>
        <p:grpSpPr>
          <a:xfrm rot="0">
            <a:off x="6172200" y="3351209"/>
            <a:ext cx="5257800" cy="450847"/>
            <a:chOff x="12344400" y="6705219"/>
            <a:chExt cx="10515600" cy="896112"/>
          </a:xfrm>
        </p:grpSpPr>
        <p:sp>
          <p:nvSpPr>
            <p:cNvPr name="Freeform 208" id="208"/>
            <p:cNvSpPr/>
            <p:nvPr/>
          </p:nvSpPr>
          <p:spPr>
            <a:xfrm flipH="false" flipV="false" rot="0">
              <a:off x="0" y="0"/>
              <a:ext cx="10515600" cy="896113"/>
            </a:xfrm>
            <a:custGeom>
              <a:avLst/>
              <a:gdLst/>
              <a:ahLst/>
              <a:cxnLst/>
              <a:rect r="r" b="b" t="t" l="l"/>
              <a:pathLst>
                <a:path h="896113" w="10515600">
                  <a:moveTo>
                    <a:pt x="10515600" y="0"/>
                  </a:moveTo>
                  <a:lnTo>
                    <a:pt x="10515600" y="896112"/>
                  </a:lnTo>
                  <a:lnTo>
                    <a:pt x="0" y="896112"/>
                  </a:lnTo>
                  <a:lnTo>
                    <a:pt x="0" y="0"/>
                  </a:lnTo>
                  <a:lnTo>
                    <a:pt x="105156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9" id="209"/>
          <p:cNvGrpSpPr/>
          <p:nvPr/>
        </p:nvGrpSpPr>
        <p:grpSpPr>
          <a:xfrm rot="0">
            <a:off x="8685886" y="3633245"/>
            <a:ext cx="63503" cy="63503"/>
            <a:chOff x="17374306" y="7269023"/>
            <a:chExt cx="121920" cy="121920"/>
          </a:xfrm>
        </p:grpSpPr>
        <p:sp>
          <p:nvSpPr>
            <p:cNvPr name="Freeform 210" id="210"/>
            <p:cNvSpPr/>
            <p:nvPr/>
          </p:nvSpPr>
          <p:spPr>
            <a:xfrm flipH="false" flipV="false" rot="0">
              <a:off x="5" y="0"/>
              <a:ext cx="121920" cy="121920"/>
            </a:xfrm>
            <a:custGeom>
              <a:avLst/>
              <a:gdLst/>
              <a:ahLst/>
              <a:cxnLst/>
              <a:rect r="r" b="b" t="t" l="l"/>
              <a:pathLst>
                <a:path h="121920" w="121920">
                  <a:moveTo>
                    <a:pt x="121920" y="0"/>
                  </a:moveTo>
                  <a:lnTo>
                    <a:pt x="121920" y="121920"/>
                  </a:lnTo>
                  <a:lnTo>
                    <a:pt x="0" y="121920"/>
                  </a:lnTo>
                  <a:lnTo>
                    <a:pt x="0" y="0"/>
                  </a:lnTo>
                  <a:lnTo>
                    <a:pt x="12192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11" id="211"/>
          <p:cNvGrpSpPr/>
          <p:nvPr/>
        </p:nvGrpSpPr>
        <p:grpSpPr>
          <a:xfrm rot="0">
            <a:off x="8842077" y="3459528"/>
            <a:ext cx="12697" cy="25403"/>
            <a:chOff x="17684668" y="6923113"/>
            <a:chExt cx="24384" cy="42672"/>
          </a:xfrm>
        </p:grpSpPr>
        <p:sp>
          <p:nvSpPr>
            <p:cNvPr name="Freeform 212" id="212"/>
            <p:cNvSpPr/>
            <p:nvPr/>
          </p:nvSpPr>
          <p:spPr>
            <a:xfrm flipH="false" flipV="false" rot="0">
              <a:off x="6" y="0"/>
              <a:ext cx="24383" cy="42672"/>
            </a:xfrm>
            <a:custGeom>
              <a:avLst/>
              <a:gdLst/>
              <a:ahLst/>
              <a:cxnLst/>
              <a:rect r="r" b="b" t="t" l="l"/>
              <a:pathLst>
                <a:path h="42672" w="24383">
                  <a:moveTo>
                    <a:pt x="24383" y="0"/>
                  </a:moveTo>
                  <a:lnTo>
                    <a:pt x="24383" y="42672"/>
                  </a:lnTo>
                  <a:lnTo>
                    <a:pt x="0" y="42672"/>
                  </a:lnTo>
                  <a:lnTo>
                    <a:pt x="0" y="0"/>
                  </a:lnTo>
                  <a:lnTo>
                    <a:pt x="2438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13" id="213"/>
          <p:cNvGrpSpPr/>
          <p:nvPr/>
        </p:nvGrpSpPr>
        <p:grpSpPr>
          <a:xfrm rot="0">
            <a:off x="8841572" y="3463995"/>
            <a:ext cx="69847" cy="44453"/>
            <a:chOff x="17685944" y="6932810"/>
            <a:chExt cx="134112" cy="79248"/>
          </a:xfrm>
        </p:grpSpPr>
        <p:sp>
          <p:nvSpPr>
            <p:cNvPr name="Freeform 214" id="214"/>
            <p:cNvSpPr/>
            <p:nvPr/>
          </p:nvSpPr>
          <p:spPr>
            <a:xfrm flipH="false" flipV="false" rot="0">
              <a:off x="0" y="6"/>
              <a:ext cx="134113" cy="79248"/>
            </a:xfrm>
            <a:custGeom>
              <a:avLst/>
              <a:gdLst/>
              <a:ahLst/>
              <a:cxnLst/>
              <a:rect r="r" b="b" t="t" l="l"/>
              <a:pathLst>
                <a:path h="79248" w="134113">
                  <a:moveTo>
                    <a:pt x="134113" y="0"/>
                  </a:moveTo>
                  <a:lnTo>
                    <a:pt x="134113" y="79248"/>
                  </a:lnTo>
                  <a:lnTo>
                    <a:pt x="0" y="79248"/>
                  </a:lnTo>
                  <a:lnTo>
                    <a:pt x="0" y="0"/>
                  </a:lnTo>
                  <a:lnTo>
                    <a:pt x="13411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15" id="215"/>
          <p:cNvGrpSpPr/>
          <p:nvPr/>
        </p:nvGrpSpPr>
        <p:grpSpPr>
          <a:xfrm rot="0">
            <a:off x="8842096" y="3471510"/>
            <a:ext cx="12697" cy="95250"/>
            <a:chOff x="17684704" y="6943782"/>
            <a:chExt cx="24384" cy="188976"/>
          </a:xfrm>
        </p:grpSpPr>
        <p:sp>
          <p:nvSpPr>
            <p:cNvPr name="Freeform 216" id="216"/>
            <p:cNvSpPr/>
            <p:nvPr/>
          </p:nvSpPr>
          <p:spPr>
            <a:xfrm flipH="false" flipV="false" rot="0">
              <a:off x="-5" y="-6"/>
              <a:ext cx="24385" cy="188975"/>
            </a:xfrm>
            <a:custGeom>
              <a:avLst/>
              <a:gdLst/>
              <a:ahLst/>
              <a:cxnLst/>
              <a:rect r="r" b="b" t="t" l="l"/>
              <a:pathLst>
                <a:path h="188975" w="24385">
                  <a:moveTo>
                    <a:pt x="24384" y="0"/>
                  </a:moveTo>
                  <a:lnTo>
                    <a:pt x="24384" y="188975"/>
                  </a:lnTo>
                  <a:lnTo>
                    <a:pt x="0" y="188975"/>
                  </a:lnTo>
                  <a:lnTo>
                    <a:pt x="0" y="0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17" id="217"/>
          <p:cNvGrpSpPr/>
          <p:nvPr/>
        </p:nvGrpSpPr>
        <p:grpSpPr>
          <a:xfrm rot="0">
            <a:off x="8841581" y="3491465"/>
            <a:ext cx="69847" cy="44453"/>
            <a:chOff x="17685962" y="6987750"/>
            <a:chExt cx="134112" cy="79248"/>
          </a:xfrm>
        </p:grpSpPr>
        <p:sp>
          <p:nvSpPr>
            <p:cNvPr name="Freeform 218" id="218"/>
            <p:cNvSpPr/>
            <p:nvPr/>
          </p:nvSpPr>
          <p:spPr>
            <a:xfrm flipH="false" flipV="false" rot="0">
              <a:off x="-5" y="6"/>
              <a:ext cx="134113" cy="79248"/>
            </a:xfrm>
            <a:custGeom>
              <a:avLst/>
              <a:gdLst/>
              <a:ahLst/>
              <a:cxnLst/>
              <a:rect r="r" b="b" t="t" l="l"/>
              <a:pathLst>
                <a:path h="79248" w="134113">
                  <a:moveTo>
                    <a:pt x="134112" y="0"/>
                  </a:moveTo>
                  <a:lnTo>
                    <a:pt x="134112" y="79248"/>
                  </a:lnTo>
                  <a:lnTo>
                    <a:pt x="0" y="79248"/>
                  </a:lnTo>
                  <a:lnTo>
                    <a:pt x="0" y="0"/>
                  </a:lnTo>
                  <a:lnTo>
                    <a:pt x="13411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19" id="219"/>
          <p:cNvGrpSpPr/>
          <p:nvPr/>
        </p:nvGrpSpPr>
        <p:grpSpPr>
          <a:xfrm rot="0">
            <a:off x="8824322" y="3554216"/>
            <a:ext cx="31747" cy="31747"/>
            <a:chOff x="17652970" y="7109707"/>
            <a:chExt cx="54864" cy="60960"/>
          </a:xfrm>
        </p:grpSpPr>
        <p:sp>
          <p:nvSpPr>
            <p:cNvPr name="Freeform 220" id="220"/>
            <p:cNvSpPr/>
            <p:nvPr/>
          </p:nvSpPr>
          <p:spPr>
            <a:xfrm flipH="false" flipV="false" rot="0">
              <a:off x="6" y="-6"/>
              <a:ext cx="54863" cy="60961"/>
            </a:xfrm>
            <a:custGeom>
              <a:avLst/>
              <a:gdLst/>
              <a:ahLst/>
              <a:cxnLst/>
              <a:rect r="r" b="b" t="t" l="l"/>
              <a:pathLst>
                <a:path h="60961" w="54863">
                  <a:moveTo>
                    <a:pt x="54863" y="0"/>
                  </a:moveTo>
                  <a:lnTo>
                    <a:pt x="54863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5486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21" id="221"/>
          <p:cNvGrpSpPr/>
          <p:nvPr/>
        </p:nvGrpSpPr>
        <p:grpSpPr>
          <a:xfrm rot="0">
            <a:off x="8806844" y="3572951"/>
            <a:ext cx="31747" cy="12697"/>
            <a:chOff x="17614964" y="7146417"/>
            <a:chExt cx="60960" cy="24384"/>
          </a:xfrm>
        </p:grpSpPr>
        <p:sp>
          <p:nvSpPr>
            <p:cNvPr name="Freeform 222" id="222"/>
            <p:cNvSpPr/>
            <p:nvPr/>
          </p:nvSpPr>
          <p:spPr>
            <a:xfrm flipH="false" flipV="false" rot="0">
              <a:off x="0" y="0"/>
              <a:ext cx="60961" cy="24384"/>
            </a:xfrm>
            <a:custGeom>
              <a:avLst/>
              <a:gdLst/>
              <a:ahLst/>
              <a:cxnLst/>
              <a:rect r="r" b="b" t="t" l="l"/>
              <a:pathLst>
                <a:path h="24384" w="60961">
                  <a:moveTo>
                    <a:pt x="60961" y="0"/>
                  </a:moveTo>
                  <a:lnTo>
                    <a:pt x="60961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6096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23" id="223"/>
          <p:cNvGrpSpPr/>
          <p:nvPr/>
        </p:nvGrpSpPr>
        <p:grpSpPr>
          <a:xfrm rot="0">
            <a:off x="8783117" y="3570846"/>
            <a:ext cx="38100" cy="63503"/>
            <a:chOff x="17570806" y="7147274"/>
            <a:chExt cx="67056" cy="115824"/>
          </a:xfrm>
        </p:grpSpPr>
        <p:sp>
          <p:nvSpPr>
            <p:cNvPr name="Freeform 224" id="224"/>
            <p:cNvSpPr/>
            <p:nvPr/>
          </p:nvSpPr>
          <p:spPr>
            <a:xfrm flipH="false" flipV="false" rot="0">
              <a:off x="-1" y="7"/>
              <a:ext cx="67056" cy="115824"/>
            </a:xfrm>
            <a:custGeom>
              <a:avLst/>
              <a:gdLst/>
              <a:ahLst/>
              <a:cxnLst/>
              <a:rect r="r" b="b" t="t" l="l"/>
              <a:pathLst>
                <a:path h="115824" w="67056">
                  <a:moveTo>
                    <a:pt x="67057" y="0"/>
                  </a:moveTo>
                  <a:lnTo>
                    <a:pt x="67057" y="115823"/>
                  </a:lnTo>
                  <a:lnTo>
                    <a:pt x="0" y="115823"/>
                  </a:lnTo>
                  <a:lnTo>
                    <a:pt x="0" y="0"/>
                  </a:lnTo>
                  <a:lnTo>
                    <a:pt x="67057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25" id="225"/>
          <p:cNvGrpSpPr/>
          <p:nvPr/>
        </p:nvGrpSpPr>
        <p:grpSpPr>
          <a:xfrm rot="0">
            <a:off x="8804729" y="3619548"/>
            <a:ext cx="57150" cy="12697"/>
            <a:chOff x="17614791" y="7239610"/>
            <a:chExt cx="103632" cy="24384"/>
          </a:xfrm>
        </p:grpSpPr>
        <p:sp>
          <p:nvSpPr>
            <p:cNvPr name="Freeform 226" id="226"/>
            <p:cNvSpPr/>
            <p:nvPr/>
          </p:nvSpPr>
          <p:spPr>
            <a:xfrm flipH="false" flipV="false" rot="0">
              <a:off x="-6" y="0"/>
              <a:ext cx="103632" cy="24385"/>
            </a:xfrm>
            <a:custGeom>
              <a:avLst/>
              <a:gdLst/>
              <a:ahLst/>
              <a:cxnLst/>
              <a:rect r="r" b="b" t="t" l="l"/>
              <a:pathLst>
                <a:path h="24385" w="103632">
                  <a:moveTo>
                    <a:pt x="103633" y="0"/>
                  </a:moveTo>
                  <a:lnTo>
                    <a:pt x="103633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10363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27" id="227"/>
          <p:cNvGrpSpPr/>
          <p:nvPr/>
        </p:nvGrpSpPr>
        <p:grpSpPr>
          <a:xfrm rot="0">
            <a:off x="8846563" y="3618671"/>
            <a:ext cx="38100" cy="63503"/>
            <a:chOff x="17694651" y="7239876"/>
            <a:chExt cx="73152" cy="121920"/>
          </a:xfrm>
        </p:grpSpPr>
        <p:sp>
          <p:nvSpPr>
            <p:cNvPr name="Freeform 228" id="228"/>
            <p:cNvSpPr/>
            <p:nvPr/>
          </p:nvSpPr>
          <p:spPr>
            <a:xfrm flipH="false" flipV="false" rot="0">
              <a:off x="5" y="0"/>
              <a:ext cx="73152" cy="121920"/>
            </a:xfrm>
            <a:custGeom>
              <a:avLst/>
              <a:gdLst/>
              <a:ahLst/>
              <a:cxnLst/>
              <a:rect r="r" b="b" t="t" l="l"/>
              <a:pathLst>
                <a:path h="121920" w="73152">
                  <a:moveTo>
                    <a:pt x="73153" y="0"/>
                  </a:moveTo>
                  <a:lnTo>
                    <a:pt x="73153" y="121920"/>
                  </a:lnTo>
                  <a:lnTo>
                    <a:pt x="0" y="121920"/>
                  </a:lnTo>
                  <a:lnTo>
                    <a:pt x="0" y="0"/>
                  </a:lnTo>
                  <a:lnTo>
                    <a:pt x="7315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29" id="229"/>
          <p:cNvGrpSpPr/>
          <p:nvPr/>
        </p:nvGrpSpPr>
        <p:grpSpPr>
          <a:xfrm rot="0">
            <a:off x="8830456" y="3668573"/>
            <a:ext cx="31747" cy="12697"/>
            <a:chOff x="17662189" y="7337660"/>
            <a:chExt cx="60960" cy="24384"/>
          </a:xfrm>
        </p:grpSpPr>
        <p:sp>
          <p:nvSpPr>
            <p:cNvPr name="Freeform 230" id="230"/>
            <p:cNvSpPr/>
            <p:nvPr/>
          </p:nvSpPr>
          <p:spPr>
            <a:xfrm flipH="false" flipV="false" rot="0">
              <a:off x="6" y="6"/>
              <a:ext cx="60961" cy="24385"/>
            </a:xfrm>
            <a:custGeom>
              <a:avLst/>
              <a:gdLst/>
              <a:ahLst/>
              <a:cxnLst/>
              <a:rect r="r" b="b" t="t" l="l"/>
              <a:pathLst>
                <a:path h="24385" w="60961">
                  <a:moveTo>
                    <a:pt x="60961" y="0"/>
                  </a:moveTo>
                  <a:lnTo>
                    <a:pt x="60961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6096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1" id="231"/>
          <p:cNvGrpSpPr/>
          <p:nvPr/>
        </p:nvGrpSpPr>
        <p:grpSpPr>
          <a:xfrm rot="0">
            <a:off x="8753770" y="3668620"/>
            <a:ext cx="88897" cy="12697"/>
            <a:chOff x="17508055" y="7337755"/>
            <a:chExt cx="176784" cy="24384"/>
          </a:xfrm>
        </p:grpSpPr>
        <p:sp>
          <p:nvSpPr>
            <p:cNvPr name="Freeform 232" id="232"/>
            <p:cNvSpPr/>
            <p:nvPr/>
          </p:nvSpPr>
          <p:spPr>
            <a:xfrm flipH="false" flipV="false" rot="0">
              <a:off x="0" y="0"/>
              <a:ext cx="176783" cy="24384"/>
            </a:xfrm>
            <a:custGeom>
              <a:avLst/>
              <a:gdLst/>
              <a:ahLst/>
              <a:cxnLst/>
              <a:rect r="r" b="b" t="t" l="l"/>
              <a:pathLst>
                <a:path h="24384" w="176783">
                  <a:moveTo>
                    <a:pt x="176783" y="0"/>
                  </a:moveTo>
                  <a:lnTo>
                    <a:pt x="176783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17678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3" id="233"/>
          <p:cNvGrpSpPr/>
          <p:nvPr/>
        </p:nvGrpSpPr>
        <p:grpSpPr>
          <a:xfrm rot="0">
            <a:off x="6149978" y="4865684"/>
            <a:ext cx="5302253" cy="1422397"/>
            <a:chOff x="12304776" y="9733407"/>
            <a:chExt cx="10594848" cy="2840736"/>
          </a:xfrm>
        </p:grpSpPr>
        <p:sp>
          <p:nvSpPr>
            <p:cNvPr name="Freeform 234" id="234"/>
            <p:cNvSpPr/>
            <p:nvPr/>
          </p:nvSpPr>
          <p:spPr>
            <a:xfrm flipH="false" flipV="false" rot="0">
              <a:off x="0" y="0"/>
              <a:ext cx="10594848" cy="2840737"/>
            </a:xfrm>
            <a:custGeom>
              <a:avLst/>
              <a:gdLst/>
              <a:ahLst/>
              <a:cxnLst/>
              <a:rect r="r" b="b" t="t" l="l"/>
              <a:pathLst>
                <a:path h="2840737" w="10594848">
                  <a:moveTo>
                    <a:pt x="10594848" y="0"/>
                  </a:moveTo>
                  <a:lnTo>
                    <a:pt x="10594848" y="2840736"/>
                  </a:lnTo>
                  <a:lnTo>
                    <a:pt x="0" y="2840736"/>
                  </a:lnTo>
                  <a:lnTo>
                    <a:pt x="0" y="0"/>
                  </a:lnTo>
                  <a:lnTo>
                    <a:pt x="1059484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5" id="235"/>
          <p:cNvGrpSpPr/>
          <p:nvPr/>
        </p:nvGrpSpPr>
        <p:grpSpPr>
          <a:xfrm rot="0">
            <a:off x="6159503" y="4875209"/>
            <a:ext cx="5283203" cy="1403347"/>
            <a:chOff x="12323064" y="9751695"/>
            <a:chExt cx="10558272" cy="2804160"/>
          </a:xfrm>
        </p:grpSpPr>
        <p:sp>
          <p:nvSpPr>
            <p:cNvPr name="Freeform 236" id="236"/>
            <p:cNvSpPr/>
            <p:nvPr/>
          </p:nvSpPr>
          <p:spPr>
            <a:xfrm flipH="false" flipV="false" rot="0">
              <a:off x="0" y="0"/>
              <a:ext cx="10558272" cy="2804161"/>
            </a:xfrm>
            <a:custGeom>
              <a:avLst/>
              <a:gdLst/>
              <a:ahLst/>
              <a:cxnLst/>
              <a:rect r="r" b="b" t="t" l="l"/>
              <a:pathLst>
                <a:path h="2804161" w="10558272">
                  <a:moveTo>
                    <a:pt x="10558273" y="0"/>
                  </a:moveTo>
                  <a:lnTo>
                    <a:pt x="10558273" y="2804160"/>
                  </a:lnTo>
                  <a:lnTo>
                    <a:pt x="0" y="2804160"/>
                  </a:lnTo>
                  <a:lnTo>
                    <a:pt x="0" y="0"/>
                  </a:lnTo>
                  <a:lnTo>
                    <a:pt x="1055827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7" id="237"/>
          <p:cNvGrpSpPr/>
          <p:nvPr/>
        </p:nvGrpSpPr>
        <p:grpSpPr>
          <a:xfrm rot="0">
            <a:off x="6172200" y="4884734"/>
            <a:ext cx="5257800" cy="450847"/>
            <a:chOff x="12344400" y="9772269"/>
            <a:chExt cx="10515600" cy="896112"/>
          </a:xfrm>
        </p:grpSpPr>
        <p:sp>
          <p:nvSpPr>
            <p:cNvPr name="Freeform 238" id="238"/>
            <p:cNvSpPr/>
            <p:nvPr/>
          </p:nvSpPr>
          <p:spPr>
            <a:xfrm flipH="false" flipV="false" rot="0">
              <a:off x="0" y="0"/>
              <a:ext cx="10515600" cy="896113"/>
            </a:xfrm>
            <a:custGeom>
              <a:avLst/>
              <a:gdLst/>
              <a:ahLst/>
              <a:cxnLst/>
              <a:rect r="r" b="b" t="t" l="l"/>
              <a:pathLst>
                <a:path h="896113" w="10515600">
                  <a:moveTo>
                    <a:pt x="10515600" y="0"/>
                  </a:moveTo>
                  <a:lnTo>
                    <a:pt x="10515600" y="896112"/>
                  </a:lnTo>
                  <a:lnTo>
                    <a:pt x="0" y="896112"/>
                  </a:lnTo>
                  <a:lnTo>
                    <a:pt x="0" y="0"/>
                  </a:lnTo>
                  <a:lnTo>
                    <a:pt x="105156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9" id="239"/>
          <p:cNvGrpSpPr/>
          <p:nvPr/>
        </p:nvGrpSpPr>
        <p:grpSpPr>
          <a:xfrm rot="0">
            <a:off x="8781412" y="4994586"/>
            <a:ext cx="19050" cy="31747"/>
            <a:chOff x="17563585" y="9990449"/>
            <a:chExt cx="36576" cy="60960"/>
          </a:xfrm>
        </p:grpSpPr>
        <p:sp>
          <p:nvSpPr>
            <p:cNvPr name="Freeform 240" id="240"/>
            <p:cNvSpPr/>
            <p:nvPr/>
          </p:nvSpPr>
          <p:spPr>
            <a:xfrm flipH="false" flipV="false" rot="0">
              <a:off x="-6" y="7"/>
              <a:ext cx="36576" cy="60960"/>
            </a:xfrm>
            <a:custGeom>
              <a:avLst/>
              <a:gdLst/>
              <a:ahLst/>
              <a:cxnLst/>
              <a:rect r="r" b="b" t="t" l="l"/>
              <a:pathLst>
                <a:path h="60960" w="36576">
                  <a:moveTo>
                    <a:pt x="36576" y="0"/>
                  </a:moveTo>
                  <a:lnTo>
                    <a:pt x="36576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365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41" id="241"/>
          <p:cNvGrpSpPr/>
          <p:nvPr/>
        </p:nvGrpSpPr>
        <p:grpSpPr>
          <a:xfrm rot="0">
            <a:off x="8789641" y="4994586"/>
            <a:ext cx="19050" cy="31747"/>
            <a:chOff x="17580045" y="9990449"/>
            <a:chExt cx="36576" cy="60960"/>
          </a:xfrm>
        </p:grpSpPr>
        <p:sp>
          <p:nvSpPr>
            <p:cNvPr name="Freeform 242" id="242"/>
            <p:cNvSpPr/>
            <p:nvPr/>
          </p:nvSpPr>
          <p:spPr>
            <a:xfrm flipH="false" flipV="false" rot="0">
              <a:off x="6" y="7"/>
              <a:ext cx="36576" cy="60960"/>
            </a:xfrm>
            <a:custGeom>
              <a:avLst/>
              <a:gdLst/>
              <a:ahLst/>
              <a:cxnLst/>
              <a:rect r="r" b="b" t="t" l="l"/>
              <a:pathLst>
                <a:path h="60960" w="36576">
                  <a:moveTo>
                    <a:pt x="36576" y="0"/>
                  </a:moveTo>
                  <a:lnTo>
                    <a:pt x="36576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365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43" id="243"/>
          <p:cNvGrpSpPr/>
          <p:nvPr/>
        </p:nvGrpSpPr>
        <p:grpSpPr>
          <a:xfrm rot="0">
            <a:off x="8851697" y="4997453"/>
            <a:ext cx="12697" cy="25403"/>
            <a:chOff x="17703909" y="9998964"/>
            <a:chExt cx="24384" cy="42672"/>
          </a:xfrm>
        </p:grpSpPr>
        <p:sp>
          <p:nvSpPr>
            <p:cNvPr name="Freeform 244" id="244"/>
            <p:cNvSpPr/>
            <p:nvPr/>
          </p:nvSpPr>
          <p:spPr>
            <a:xfrm flipH="false" flipV="false" rot="0">
              <a:off x="6" y="0"/>
              <a:ext cx="24383" cy="42672"/>
            </a:xfrm>
            <a:custGeom>
              <a:avLst/>
              <a:gdLst/>
              <a:ahLst/>
              <a:cxnLst/>
              <a:rect r="r" b="b" t="t" l="l"/>
              <a:pathLst>
                <a:path h="42672" w="24383">
                  <a:moveTo>
                    <a:pt x="24383" y="0"/>
                  </a:moveTo>
                  <a:lnTo>
                    <a:pt x="24383" y="42672"/>
                  </a:lnTo>
                  <a:lnTo>
                    <a:pt x="0" y="42672"/>
                  </a:lnTo>
                  <a:lnTo>
                    <a:pt x="0" y="0"/>
                  </a:lnTo>
                  <a:lnTo>
                    <a:pt x="2438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45" id="245"/>
          <p:cNvGrpSpPr/>
          <p:nvPr/>
        </p:nvGrpSpPr>
        <p:grpSpPr>
          <a:xfrm rot="0">
            <a:off x="8852021" y="5008378"/>
            <a:ext cx="25403" cy="25403"/>
            <a:chOff x="17705051" y="10017766"/>
            <a:chExt cx="48768" cy="48768"/>
          </a:xfrm>
        </p:grpSpPr>
        <p:sp>
          <p:nvSpPr>
            <p:cNvPr name="Freeform 246" id="246"/>
            <p:cNvSpPr/>
            <p:nvPr/>
          </p:nvSpPr>
          <p:spPr>
            <a:xfrm flipH="false" flipV="false" rot="0">
              <a:off x="6" y="7"/>
              <a:ext cx="48768" cy="48768"/>
            </a:xfrm>
            <a:custGeom>
              <a:avLst/>
              <a:gdLst/>
              <a:ahLst/>
              <a:cxnLst/>
              <a:rect r="r" b="b" t="t" l="l"/>
              <a:pathLst>
                <a:path h="48768" w="48768">
                  <a:moveTo>
                    <a:pt x="48768" y="0"/>
                  </a:moveTo>
                  <a:lnTo>
                    <a:pt x="48768" y="48767"/>
                  </a:lnTo>
                  <a:lnTo>
                    <a:pt x="0" y="48767"/>
                  </a:lnTo>
                  <a:lnTo>
                    <a:pt x="0" y="0"/>
                  </a:lnTo>
                  <a:lnTo>
                    <a:pt x="4876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47" id="247"/>
          <p:cNvGrpSpPr/>
          <p:nvPr/>
        </p:nvGrpSpPr>
        <p:grpSpPr>
          <a:xfrm rot="0">
            <a:off x="8839638" y="5008493"/>
            <a:ext cx="25403" cy="25403"/>
            <a:chOff x="17683335" y="10017995"/>
            <a:chExt cx="42672" cy="48768"/>
          </a:xfrm>
        </p:grpSpPr>
        <p:sp>
          <p:nvSpPr>
            <p:cNvPr name="Freeform 248" id="248"/>
            <p:cNvSpPr/>
            <p:nvPr/>
          </p:nvSpPr>
          <p:spPr>
            <a:xfrm flipH="false" flipV="false" rot="0">
              <a:off x="6" y="6"/>
              <a:ext cx="42672" cy="48768"/>
            </a:xfrm>
            <a:custGeom>
              <a:avLst/>
              <a:gdLst/>
              <a:ahLst/>
              <a:cxnLst/>
              <a:rect r="r" b="b" t="t" l="l"/>
              <a:pathLst>
                <a:path h="48768" w="42672">
                  <a:moveTo>
                    <a:pt x="42671" y="0"/>
                  </a:moveTo>
                  <a:lnTo>
                    <a:pt x="42671" y="48768"/>
                  </a:lnTo>
                  <a:lnTo>
                    <a:pt x="0" y="48768"/>
                  </a:lnTo>
                  <a:lnTo>
                    <a:pt x="0" y="0"/>
                  </a:lnTo>
                  <a:lnTo>
                    <a:pt x="4267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49" id="249"/>
          <p:cNvGrpSpPr/>
          <p:nvPr/>
        </p:nvGrpSpPr>
        <p:grpSpPr>
          <a:xfrm rot="0">
            <a:off x="8760666" y="5014665"/>
            <a:ext cx="31747" cy="12697"/>
            <a:chOff x="17522609" y="10029844"/>
            <a:chExt cx="60960" cy="24384"/>
          </a:xfrm>
        </p:grpSpPr>
        <p:sp>
          <p:nvSpPr>
            <p:cNvPr name="Freeform 250" id="250"/>
            <p:cNvSpPr/>
            <p:nvPr/>
          </p:nvSpPr>
          <p:spPr>
            <a:xfrm flipH="false" flipV="false" rot="0">
              <a:off x="0" y="6"/>
              <a:ext cx="60959" cy="24384"/>
            </a:xfrm>
            <a:custGeom>
              <a:avLst/>
              <a:gdLst/>
              <a:ahLst/>
              <a:cxnLst/>
              <a:rect r="r" b="b" t="t" l="l"/>
              <a:pathLst>
                <a:path h="24384" w="60959">
                  <a:moveTo>
                    <a:pt x="60959" y="0"/>
                  </a:moveTo>
                  <a:lnTo>
                    <a:pt x="60959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60959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1" id="251"/>
          <p:cNvGrpSpPr/>
          <p:nvPr/>
        </p:nvGrpSpPr>
        <p:grpSpPr>
          <a:xfrm rot="0">
            <a:off x="8797557" y="5014817"/>
            <a:ext cx="31747" cy="12697"/>
            <a:chOff x="17596389" y="10030149"/>
            <a:chExt cx="60960" cy="24384"/>
          </a:xfrm>
        </p:grpSpPr>
        <p:sp>
          <p:nvSpPr>
            <p:cNvPr name="Freeform 252" id="252"/>
            <p:cNvSpPr/>
            <p:nvPr/>
          </p:nvSpPr>
          <p:spPr>
            <a:xfrm flipH="false" flipV="false" rot="0">
              <a:off x="-6" y="6"/>
              <a:ext cx="60961" cy="24371"/>
            </a:xfrm>
            <a:custGeom>
              <a:avLst/>
              <a:gdLst/>
              <a:ahLst/>
              <a:cxnLst/>
              <a:rect r="r" b="b" t="t" l="l"/>
              <a:pathLst>
                <a:path h="24371" w="60961">
                  <a:moveTo>
                    <a:pt x="60960" y="0"/>
                  </a:moveTo>
                  <a:lnTo>
                    <a:pt x="60960" y="24372"/>
                  </a:lnTo>
                  <a:lnTo>
                    <a:pt x="0" y="24372"/>
                  </a:lnTo>
                  <a:lnTo>
                    <a:pt x="0" y="0"/>
                  </a:lnTo>
                  <a:lnTo>
                    <a:pt x="609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3" id="253"/>
          <p:cNvGrpSpPr/>
          <p:nvPr/>
        </p:nvGrpSpPr>
        <p:grpSpPr>
          <a:xfrm rot="0">
            <a:off x="8758323" y="5015855"/>
            <a:ext cx="31747" cy="25403"/>
            <a:chOff x="17520971" y="10032721"/>
            <a:chExt cx="54864" cy="48768"/>
          </a:xfrm>
        </p:grpSpPr>
        <p:sp>
          <p:nvSpPr>
            <p:cNvPr name="Freeform 254" id="254"/>
            <p:cNvSpPr/>
            <p:nvPr/>
          </p:nvSpPr>
          <p:spPr>
            <a:xfrm flipH="false" flipV="false" rot="0">
              <a:off x="0" y="0"/>
              <a:ext cx="54863" cy="48768"/>
            </a:xfrm>
            <a:custGeom>
              <a:avLst/>
              <a:gdLst/>
              <a:ahLst/>
              <a:cxnLst/>
              <a:rect r="r" b="b" t="t" l="l"/>
              <a:pathLst>
                <a:path h="48768" w="54863">
                  <a:moveTo>
                    <a:pt x="54863" y="0"/>
                  </a:moveTo>
                  <a:lnTo>
                    <a:pt x="54863" y="48768"/>
                  </a:lnTo>
                  <a:lnTo>
                    <a:pt x="0" y="48768"/>
                  </a:lnTo>
                  <a:lnTo>
                    <a:pt x="0" y="0"/>
                  </a:lnTo>
                  <a:lnTo>
                    <a:pt x="5486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5" id="255"/>
          <p:cNvGrpSpPr/>
          <p:nvPr/>
        </p:nvGrpSpPr>
        <p:grpSpPr>
          <a:xfrm rot="0">
            <a:off x="8799957" y="5015960"/>
            <a:ext cx="31747" cy="25403"/>
            <a:chOff x="17604239" y="10032930"/>
            <a:chExt cx="54864" cy="48768"/>
          </a:xfrm>
        </p:grpSpPr>
        <p:sp>
          <p:nvSpPr>
            <p:cNvPr name="Freeform 256" id="256"/>
            <p:cNvSpPr/>
            <p:nvPr/>
          </p:nvSpPr>
          <p:spPr>
            <a:xfrm flipH="false" flipV="false" rot="0">
              <a:off x="6" y="6"/>
              <a:ext cx="54863" cy="48755"/>
            </a:xfrm>
            <a:custGeom>
              <a:avLst/>
              <a:gdLst/>
              <a:ahLst/>
              <a:cxnLst/>
              <a:rect r="r" b="b" t="t" l="l"/>
              <a:pathLst>
                <a:path h="48755" w="54863">
                  <a:moveTo>
                    <a:pt x="54864" y="0"/>
                  </a:moveTo>
                  <a:lnTo>
                    <a:pt x="54864" y="48755"/>
                  </a:lnTo>
                  <a:lnTo>
                    <a:pt x="0" y="48755"/>
                  </a:lnTo>
                  <a:lnTo>
                    <a:pt x="0" y="0"/>
                  </a:lnTo>
                  <a:lnTo>
                    <a:pt x="5486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7" id="257"/>
          <p:cNvGrpSpPr/>
          <p:nvPr/>
        </p:nvGrpSpPr>
        <p:grpSpPr>
          <a:xfrm rot="0">
            <a:off x="8727310" y="5015370"/>
            <a:ext cx="12697" cy="44453"/>
            <a:chOff x="17455134" y="10035559"/>
            <a:chExt cx="24384" cy="79248"/>
          </a:xfrm>
        </p:grpSpPr>
        <p:sp>
          <p:nvSpPr>
            <p:cNvPr name="Freeform 258" id="258"/>
            <p:cNvSpPr/>
            <p:nvPr/>
          </p:nvSpPr>
          <p:spPr>
            <a:xfrm flipH="false" flipV="false" rot="0">
              <a:off x="1" y="-6"/>
              <a:ext cx="24383" cy="79248"/>
            </a:xfrm>
            <a:custGeom>
              <a:avLst/>
              <a:gdLst/>
              <a:ahLst/>
              <a:cxnLst/>
              <a:rect r="r" b="b" t="t" l="l"/>
              <a:pathLst>
                <a:path h="79248" w="24383">
                  <a:moveTo>
                    <a:pt x="24383" y="0"/>
                  </a:moveTo>
                  <a:lnTo>
                    <a:pt x="24383" y="79247"/>
                  </a:lnTo>
                  <a:lnTo>
                    <a:pt x="0" y="79247"/>
                  </a:lnTo>
                  <a:lnTo>
                    <a:pt x="0" y="0"/>
                  </a:lnTo>
                  <a:lnTo>
                    <a:pt x="2438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9" id="259"/>
          <p:cNvGrpSpPr/>
          <p:nvPr/>
        </p:nvGrpSpPr>
        <p:grpSpPr>
          <a:xfrm rot="0">
            <a:off x="8833780" y="5020818"/>
            <a:ext cx="19050" cy="12697"/>
            <a:chOff x="17668324" y="10042150"/>
            <a:chExt cx="36576" cy="24384"/>
          </a:xfrm>
        </p:grpSpPr>
        <p:sp>
          <p:nvSpPr>
            <p:cNvPr name="Freeform 260" id="260"/>
            <p:cNvSpPr/>
            <p:nvPr/>
          </p:nvSpPr>
          <p:spPr>
            <a:xfrm flipH="false" flipV="false" rot="0">
              <a:off x="5" y="-7"/>
              <a:ext cx="36576" cy="24397"/>
            </a:xfrm>
            <a:custGeom>
              <a:avLst/>
              <a:gdLst/>
              <a:ahLst/>
              <a:cxnLst/>
              <a:rect r="r" b="b" t="t" l="l"/>
              <a:pathLst>
                <a:path h="24397" w="36576">
                  <a:moveTo>
                    <a:pt x="36577" y="0"/>
                  </a:moveTo>
                  <a:lnTo>
                    <a:pt x="36577" y="24397"/>
                  </a:lnTo>
                  <a:lnTo>
                    <a:pt x="0" y="24397"/>
                  </a:lnTo>
                  <a:lnTo>
                    <a:pt x="0" y="0"/>
                  </a:lnTo>
                  <a:lnTo>
                    <a:pt x="36577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1" id="261"/>
          <p:cNvGrpSpPr/>
          <p:nvPr/>
        </p:nvGrpSpPr>
        <p:grpSpPr>
          <a:xfrm rot="0">
            <a:off x="8864003" y="5020856"/>
            <a:ext cx="19050" cy="12697"/>
            <a:chOff x="17731816" y="10042226"/>
            <a:chExt cx="30480" cy="24384"/>
          </a:xfrm>
        </p:grpSpPr>
        <p:sp>
          <p:nvSpPr>
            <p:cNvPr name="Freeform 262" id="262"/>
            <p:cNvSpPr/>
            <p:nvPr/>
          </p:nvSpPr>
          <p:spPr>
            <a:xfrm flipH="false" flipV="false" rot="0">
              <a:off x="1" y="-6"/>
              <a:ext cx="30479" cy="24384"/>
            </a:xfrm>
            <a:custGeom>
              <a:avLst/>
              <a:gdLst/>
              <a:ahLst/>
              <a:cxnLst/>
              <a:rect r="r" b="b" t="t" l="l"/>
              <a:pathLst>
                <a:path h="24384" w="30479">
                  <a:moveTo>
                    <a:pt x="30478" y="0"/>
                  </a:moveTo>
                  <a:lnTo>
                    <a:pt x="30478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3047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3" id="263"/>
          <p:cNvGrpSpPr/>
          <p:nvPr/>
        </p:nvGrpSpPr>
        <p:grpSpPr>
          <a:xfrm rot="0">
            <a:off x="8839743" y="5021485"/>
            <a:ext cx="25403" cy="25403"/>
            <a:chOff x="17680496" y="10043979"/>
            <a:chExt cx="48768" cy="48768"/>
          </a:xfrm>
        </p:grpSpPr>
        <p:sp>
          <p:nvSpPr>
            <p:cNvPr name="Freeform 264" id="264"/>
            <p:cNvSpPr/>
            <p:nvPr/>
          </p:nvSpPr>
          <p:spPr>
            <a:xfrm flipH="false" flipV="false" rot="0">
              <a:off x="0" y="-6"/>
              <a:ext cx="48768" cy="48768"/>
            </a:xfrm>
            <a:custGeom>
              <a:avLst/>
              <a:gdLst/>
              <a:ahLst/>
              <a:cxnLst/>
              <a:rect r="r" b="b" t="t" l="l"/>
              <a:pathLst>
                <a:path h="48768" w="48768">
                  <a:moveTo>
                    <a:pt x="48768" y="0"/>
                  </a:moveTo>
                  <a:lnTo>
                    <a:pt x="48768" y="48767"/>
                  </a:lnTo>
                  <a:lnTo>
                    <a:pt x="0" y="48767"/>
                  </a:lnTo>
                  <a:lnTo>
                    <a:pt x="0" y="0"/>
                  </a:lnTo>
                  <a:lnTo>
                    <a:pt x="4876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5" id="265"/>
          <p:cNvGrpSpPr/>
          <p:nvPr/>
        </p:nvGrpSpPr>
        <p:grpSpPr>
          <a:xfrm rot="0">
            <a:off x="8852135" y="5021504"/>
            <a:ext cx="25403" cy="25403"/>
            <a:chOff x="17705278" y="10044017"/>
            <a:chExt cx="48768" cy="48768"/>
          </a:xfrm>
        </p:grpSpPr>
        <p:sp>
          <p:nvSpPr>
            <p:cNvPr name="Freeform 266" id="266"/>
            <p:cNvSpPr/>
            <p:nvPr/>
          </p:nvSpPr>
          <p:spPr>
            <a:xfrm flipH="false" flipV="false" rot="0">
              <a:off x="-6" y="6"/>
              <a:ext cx="48769" cy="48768"/>
            </a:xfrm>
            <a:custGeom>
              <a:avLst/>
              <a:gdLst/>
              <a:ahLst/>
              <a:cxnLst/>
              <a:rect r="r" b="b" t="t" l="l"/>
              <a:pathLst>
                <a:path h="48768" w="48769">
                  <a:moveTo>
                    <a:pt x="48770" y="0"/>
                  </a:moveTo>
                  <a:lnTo>
                    <a:pt x="48770" y="48768"/>
                  </a:lnTo>
                  <a:lnTo>
                    <a:pt x="0" y="48768"/>
                  </a:lnTo>
                  <a:lnTo>
                    <a:pt x="0" y="0"/>
                  </a:lnTo>
                  <a:lnTo>
                    <a:pt x="4877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7" id="267"/>
          <p:cNvGrpSpPr/>
          <p:nvPr/>
        </p:nvGrpSpPr>
        <p:grpSpPr>
          <a:xfrm rot="0">
            <a:off x="8801167" y="5026704"/>
            <a:ext cx="19050" cy="38100"/>
            <a:chOff x="17606145" y="10057981"/>
            <a:chExt cx="30480" cy="67056"/>
          </a:xfrm>
        </p:grpSpPr>
        <p:sp>
          <p:nvSpPr>
            <p:cNvPr name="Freeform 268" id="268"/>
            <p:cNvSpPr/>
            <p:nvPr/>
          </p:nvSpPr>
          <p:spPr>
            <a:xfrm flipH="false" flipV="false" rot="0">
              <a:off x="6" y="0"/>
              <a:ext cx="30480" cy="67056"/>
            </a:xfrm>
            <a:custGeom>
              <a:avLst/>
              <a:gdLst/>
              <a:ahLst/>
              <a:cxnLst/>
              <a:rect r="r" b="b" t="t" l="l"/>
              <a:pathLst>
                <a:path h="67056" w="30480">
                  <a:moveTo>
                    <a:pt x="30480" y="0"/>
                  </a:moveTo>
                  <a:lnTo>
                    <a:pt x="30480" y="67056"/>
                  </a:lnTo>
                  <a:lnTo>
                    <a:pt x="0" y="67056"/>
                  </a:lnTo>
                  <a:lnTo>
                    <a:pt x="0" y="0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9" id="269"/>
          <p:cNvGrpSpPr/>
          <p:nvPr/>
        </p:nvGrpSpPr>
        <p:grpSpPr>
          <a:xfrm rot="0">
            <a:off x="8769725" y="5026733"/>
            <a:ext cx="19050" cy="38100"/>
            <a:chOff x="17540211" y="10058038"/>
            <a:chExt cx="36576" cy="67056"/>
          </a:xfrm>
        </p:grpSpPr>
        <p:sp>
          <p:nvSpPr>
            <p:cNvPr name="Freeform 270" id="270"/>
            <p:cNvSpPr/>
            <p:nvPr/>
          </p:nvSpPr>
          <p:spPr>
            <a:xfrm flipH="false" flipV="false" rot="0">
              <a:off x="0" y="6"/>
              <a:ext cx="36576" cy="67056"/>
            </a:xfrm>
            <a:custGeom>
              <a:avLst/>
              <a:gdLst/>
              <a:ahLst/>
              <a:cxnLst/>
              <a:rect r="r" b="b" t="t" l="l"/>
              <a:pathLst>
                <a:path h="67056" w="36576">
                  <a:moveTo>
                    <a:pt x="36576" y="0"/>
                  </a:moveTo>
                  <a:lnTo>
                    <a:pt x="36576" y="67057"/>
                  </a:lnTo>
                  <a:lnTo>
                    <a:pt x="0" y="67057"/>
                  </a:lnTo>
                  <a:lnTo>
                    <a:pt x="0" y="0"/>
                  </a:lnTo>
                  <a:lnTo>
                    <a:pt x="3657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71" id="271"/>
          <p:cNvGrpSpPr/>
          <p:nvPr/>
        </p:nvGrpSpPr>
        <p:grpSpPr>
          <a:xfrm rot="0">
            <a:off x="8714651" y="5031524"/>
            <a:ext cx="38100" cy="12697"/>
            <a:chOff x="17430826" y="10063563"/>
            <a:chExt cx="73152" cy="24384"/>
          </a:xfrm>
        </p:grpSpPr>
        <p:sp>
          <p:nvSpPr>
            <p:cNvPr name="Freeform 272" id="272"/>
            <p:cNvSpPr/>
            <p:nvPr/>
          </p:nvSpPr>
          <p:spPr>
            <a:xfrm flipH="false" flipV="false" rot="0">
              <a:off x="0" y="6"/>
              <a:ext cx="73152" cy="24385"/>
            </a:xfrm>
            <a:custGeom>
              <a:avLst/>
              <a:gdLst/>
              <a:ahLst/>
              <a:cxnLst/>
              <a:rect r="r" b="b" t="t" l="l"/>
              <a:pathLst>
                <a:path h="24385" w="73152">
                  <a:moveTo>
                    <a:pt x="73152" y="0"/>
                  </a:moveTo>
                  <a:lnTo>
                    <a:pt x="73152" y="24384"/>
                  </a:lnTo>
                  <a:lnTo>
                    <a:pt x="0" y="24384"/>
                  </a:lnTo>
                  <a:lnTo>
                    <a:pt x="0" y="0"/>
                  </a:lnTo>
                  <a:lnTo>
                    <a:pt x="7315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73" id="273"/>
          <p:cNvGrpSpPr/>
          <p:nvPr/>
        </p:nvGrpSpPr>
        <p:grpSpPr>
          <a:xfrm rot="0">
            <a:off x="8851802" y="5035572"/>
            <a:ext cx="12697" cy="19050"/>
            <a:chOff x="17704118" y="10071907"/>
            <a:chExt cx="24384" cy="36576"/>
          </a:xfrm>
        </p:grpSpPr>
        <p:sp>
          <p:nvSpPr>
            <p:cNvPr name="Freeform 274" id="274"/>
            <p:cNvSpPr/>
            <p:nvPr/>
          </p:nvSpPr>
          <p:spPr>
            <a:xfrm flipH="false" flipV="false" rot="0">
              <a:off x="0" y="6"/>
              <a:ext cx="24383" cy="36575"/>
            </a:xfrm>
            <a:custGeom>
              <a:avLst/>
              <a:gdLst/>
              <a:ahLst/>
              <a:cxnLst/>
              <a:rect r="r" b="b" t="t" l="l"/>
              <a:pathLst>
                <a:path h="36575" w="24383">
                  <a:moveTo>
                    <a:pt x="24383" y="0"/>
                  </a:moveTo>
                  <a:lnTo>
                    <a:pt x="24383" y="36576"/>
                  </a:lnTo>
                  <a:lnTo>
                    <a:pt x="0" y="36576"/>
                  </a:lnTo>
                  <a:lnTo>
                    <a:pt x="0" y="0"/>
                  </a:lnTo>
                  <a:lnTo>
                    <a:pt x="2438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75" id="275"/>
          <p:cNvGrpSpPr/>
          <p:nvPr/>
        </p:nvGrpSpPr>
        <p:grpSpPr>
          <a:xfrm rot="0">
            <a:off x="8769744" y="5038306"/>
            <a:ext cx="31747" cy="25403"/>
            <a:chOff x="17540763" y="10080669"/>
            <a:chExt cx="60960" cy="42672"/>
          </a:xfrm>
        </p:grpSpPr>
        <p:sp>
          <p:nvSpPr>
            <p:cNvPr name="Freeform 276" id="276"/>
            <p:cNvSpPr/>
            <p:nvPr/>
          </p:nvSpPr>
          <p:spPr>
            <a:xfrm flipH="false" flipV="false" rot="0">
              <a:off x="-6" y="-6"/>
              <a:ext cx="60961" cy="42672"/>
            </a:xfrm>
            <a:custGeom>
              <a:avLst/>
              <a:gdLst/>
              <a:ahLst/>
              <a:cxnLst/>
              <a:rect r="r" b="b" t="t" l="l"/>
              <a:pathLst>
                <a:path h="42672" w="60961">
                  <a:moveTo>
                    <a:pt x="60960" y="0"/>
                  </a:moveTo>
                  <a:lnTo>
                    <a:pt x="60960" y="42671"/>
                  </a:lnTo>
                  <a:lnTo>
                    <a:pt x="0" y="42671"/>
                  </a:lnTo>
                  <a:lnTo>
                    <a:pt x="0" y="0"/>
                  </a:lnTo>
                  <a:lnTo>
                    <a:pt x="609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77" id="277"/>
          <p:cNvGrpSpPr/>
          <p:nvPr/>
        </p:nvGrpSpPr>
        <p:grpSpPr>
          <a:xfrm rot="0">
            <a:off x="8788222" y="5038325"/>
            <a:ext cx="31747" cy="25403"/>
            <a:chOff x="17577721" y="10080707"/>
            <a:chExt cx="60960" cy="42672"/>
          </a:xfrm>
        </p:grpSpPr>
        <p:sp>
          <p:nvSpPr>
            <p:cNvPr name="Freeform 278" id="278"/>
            <p:cNvSpPr/>
            <p:nvPr/>
          </p:nvSpPr>
          <p:spPr>
            <a:xfrm flipH="false" flipV="false" rot="0">
              <a:off x="-6" y="-6"/>
              <a:ext cx="60959" cy="42673"/>
            </a:xfrm>
            <a:custGeom>
              <a:avLst/>
              <a:gdLst/>
              <a:ahLst/>
              <a:cxnLst/>
              <a:rect r="r" b="b" t="t" l="l"/>
              <a:pathLst>
                <a:path h="42673" w="60959">
                  <a:moveTo>
                    <a:pt x="60959" y="0"/>
                  </a:moveTo>
                  <a:lnTo>
                    <a:pt x="60959" y="42672"/>
                  </a:lnTo>
                  <a:lnTo>
                    <a:pt x="0" y="42672"/>
                  </a:lnTo>
                  <a:lnTo>
                    <a:pt x="0" y="0"/>
                  </a:lnTo>
                  <a:lnTo>
                    <a:pt x="60959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79" id="279"/>
          <p:cNvGrpSpPr/>
          <p:nvPr/>
        </p:nvGrpSpPr>
        <p:grpSpPr>
          <a:xfrm rot="0">
            <a:off x="8719747" y="5058432"/>
            <a:ext cx="133350" cy="38100"/>
            <a:chOff x="17444828" y="10121436"/>
            <a:chExt cx="256032" cy="67056"/>
          </a:xfrm>
        </p:grpSpPr>
        <p:sp>
          <p:nvSpPr>
            <p:cNvPr name="Freeform 280" id="280"/>
            <p:cNvSpPr/>
            <p:nvPr/>
          </p:nvSpPr>
          <p:spPr>
            <a:xfrm flipH="false" flipV="false" rot="0">
              <a:off x="6" y="6"/>
              <a:ext cx="256032" cy="67043"/>
            </a:xfrm>
            <a:custGeom>
              <a:avLst/>
              <a:gdLst/>
              <a:ahLst/>
              <a:cxnLst/>
              <a:rect r="r" b="b" t="t" l="l"/>
              <a:pathLst>
                <a:path h="67043" w="256032">
                  <a:moveTo>
                    <a:pt x="256033" y="0"/>
                  </a:moveTo>
                  <a:lnTo>
                    <a:pt x="256033" y="67043"/>
                  </a:lnTo>
                  <a:lnTo>
                    <a:pt x="0" y="67043"/>
                  </a:lnTo>
                  <a:lnTo>
                    <a:pt x="0" y="0"/>
                  </a:lnTo>
                  <a:lnTo>
                    <a:pt x="25603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81" id="281"/>
          <p:cNvGrpSpPr/>
          <p:nvPr/>
        </p:nvGrpSpPr>
        <p:grpSpPr>
          <a:xfrm rot="0">
            <a:off x="8837190" y="5075415"/>
            <a:ext cx="31747" cy="19050"/>
            <a:chOff x="17678705" y="10151593"/>
            <a:chExt cx="54864" cy="36576"/>
          </a:xfrm>
        </p:grpSpPr>
        <p:sp>
          <p:nvSpPr>
            <p:cNvPr name="Freeform 282" id="282"/>
            <p:cNvSpPr/>
            <p:nvPr/>
          </p:nvSpPr>
          <p:spPr>
            <a:xfrm flipH="false" flipV="false" rot="0">
              <a:off x="1" y="0"/>
              <a:ext cx="54863" cy="36576"/>
            </a:xfrm>
            <a:custGeom>
              <a:avLst/>
              <a:gdLst/>
              <a:ahLst/>
              <a:cxnLst/>
              <a:rect r="r" b="b" t="t" l="l"/>
              <a:pathLst>
                <a:path h="36576" w="54863">
                  <a:moveTo>
                    <a:pt x="54863" y="0"/>
                  </a:moveTo>
                  <a:lnTo>
                    <a:pt x="54863" y="36576"/>
                  </a:lnTo>
                  <a:lnTo>
                    <a:pt x="0" y="36576"/>
                  </a:lnTo>
                  <a:lnTo>
                    <a:pt x="0" y="0"/>
                  </a:lnTo>
                  <a:lnTo>
                    <a:pt x="5486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83" id="283"/>
          <p:cNvGrpSpPr/>
          <p:nvPr/>
        </p:nvGrpSpPr>
        <p:grpSpPr>
          <a:xfrm rot="0">
            <a:off x="8721928" y="5079721"/>
            <a:ext cx="12697" cy="44453"/>
            <a:chOff x="17444371" y="10164261"/>
            <a:chExt cx="24384" cy="79248"/>
          </a:xfrm>
        </p:grpSpPr>
        <p:sp>
          <p:nvSpPr>
            <p:cNvPr name="Freeform 284" id="284"/>
            <p:cNvSpPr/>
            <p:nvPr/>
          </p:nvSpPr>
          <p:spPr>
            <a:xfrm flipH="false" flipV="false" rot="0">
              <a:off x="6" y="-6"/>
              <a:ext cx="24385" cy="79248"/>
            </a:xfrm>
            <a:custGeom>
              <a:avLst/>
              <a:gdLst/>
              <a:ahLst/>
              <a:cxnLst/>
              <a:rect r="r" b="b" t="t" l="l"/>
              <a:pathLst>
                <a:path h="79248" w="24385">
                  <a:moveTo>
                    <a:pt x="24385" y="0"/>
                  </a:moveTo>
                  <a:lnTo>
                    <a:pt x="24385" y="79248"/>
                  </a:lnTo>
                  <a:lnTo>
                    <a:pt x="0" y="79248"/>
                  </a:lnTo>
                  <a:lnTo>
                    <a:pt x="0" y="0"/>
                  </a:lnTo>
                  <a:lnTo>
                    <a:pt x="2438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85" id="285"/>
          <p:cNvGrpSpPr/>
          <p:nvPr/>
        </p:nvGrpSpPr>
        <p:grpSpPr>
          <a:xfrm rot="0">
            <a:off x="8855202" y="5081445"/>
            <a:ext cx="12697" cy="57150"/>
            <a:chOff x="17710920" y="10165175"/>
            <a:chExt cx="24384" cy="109728"/>
          </a:xfrm>
        </p:grpSpPr>
        <p:sp>
          <p:nvSpPr>
            <p:cNvPr name="Freeform 286" id="286"/>
            <p:cNvSpPr/>
            <p:nvPr/>
          </p:nvSpPr>
          <p:spPr>
            <a:xfrm flipH="false" flipV="false" rot="0">
              <a:off x="6" y="-6"/>
              <a:ext cx="24383" cy="109728"/>
            </a:xfrm>
            <a:custGeom>
              <a:avLst/>
              <a:gdLst/>
              <a:ahLst/>
              <a:cxnLst/>
              <a:rect r="r" b="b" t="t" l="l"/>
              <a:pathLst>
                <a:path h="109728" w="24383">
                  <a:moveTo>
                    <a:pt x="24383" y="0"/>
                  </a:moveTo>
                  <a:lnTo>
                    <a:pt x="24383" y="109728"/>
                  </a:lnTo>
                  <a:lnTo>
                    <a:pt x="0" y="109728"/>
                  </a:lnTo>
                  <a:lnTo>
                    <a:pt x="0" y="0"/>
                  </a:lnTo>
                  <a:lnTo>
                    <a:pt x="24383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87" id="287"/>
          <p:cNvGrpSpPr/>
          <p:nvPr/>
        </p:nvGrpSpPr>
        <p:grpSpPr>
          <a:xfrm rot="0">
            <a:off x="8788565" y="5082588"/>
            <a:ext cx="12697" cy="120653"/>
            <a:chOff x="17577645" y="10166947"/>
            <a:chExt cx="24384" cy="237744"/>
          </a:xfrm>
        </p:grpSpPr>
        <p:sp>
          <p:nvSpPr>
            <p:cNvPr name="Freeform 288" id="288"/>
            <p:cNvSpPr/>
            <p:nvPr/>
          </p:nvSpPr>
          <p:spPr>
            <a:xfrm flipH="false" flipV="false" rot="0">
              <a:off x="6" y="0"/>
              <a:ext cx="24385" cy="237744"/>
            </a:xfrm>
            <a:custGeom>
              <a:avLst/>
              <a:gdLst/>
              <a:ahLst/>
              <a:cxnLst/>
              <a:rect r="r" b="b" t="t" l="l"/>
              <a:pathLst>
                <a:path h="237744" w="24385">
                  <a:moveTo>
                    <a:pt x="24385" y="0"/>
                  </a:moveTo>
                  <a:lnTo>
                    <a:pt x="24385" y="237744"/>
                  </a:lnTo>
                  <a:lnTo>
                    <a:pt x="0" y="237744"/>
                  </a:lnTo>
                  <a:lnTo>
                    <a:pt x="0" y="0"/>
                  </a:lnTo>
                  <a:lnTo>
                    <a:pt x="2438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89" id="289"/>
          <p:cNvGrpSpPr/>
          <p:nvPr/>
        </p:nvGrpSpPr>
        <p:grpSpPr>
          <a:xfrm rot="0">
            <a:off x="8722528" y="5107600"/>
            <a:ext cx="25403" cy="76200"/>
            <a:chOff x="17446066" y="10218249"/>
            <a:chExt cx="48768" cy="146304"/>
          </a:xfrm>
        </p:grpSpPr>
        <p:sp>
          <p:nvSpPr>
            <p:cNvPr name="Freeform 290" id="290"/>
            <p:cNvSpPr/>
            <p:nvPr/>
          </p:nvSpPr>
          <p:spPr>
            <a:xfrm flipH="false" flipV="false" rot="0">
              <a:off x="1" y="6"/>
              <a:ext cx="48768" cy="146304"/>
            </a:xfrm>
            <a:custGeom>
              <a:avLst/>
              <a:gdLst/>
              <a:ahLst/>
              <a:cxnLst/>
              <a:rect r="r" b="b" t="t" l="l"/>
              <a:pathLst>
                <a:path h="146304" w="48768">
                  <a:moveTo>
                    <a:pt x="48767" y="0"/>
                  </a:moveTo>
                  <a:lnTo>
                    <a:pt x="48767" y="146304"/>
                  </a:lnTo>
                  <a:lnTo>
                    <a:pt x="0" y="146304"/>
                  </a:lnTo>
                  <a:lnTo>
                    <a:pt x="0" y="0"/>
                  </a:lnTo>
                  <a:lnTo>
                    <a:pt x="48767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91" id="291"/>
          <p:cNvGrpSpPr/>
          <p:nvPr/>
        </p:nvGrpSpPr>
        <p:grpSpPr>
          <a:xfrm rot="0">
            <a:off x="8735311" y="5123974"/>
            <a:ext cx="133350" cy="107947"/>
            <a:chOff x="17472906" y="10252272"/>
            <a:chExt cx="262128" cy="207264"/>
          </a:xfrm>
        </p:grpSpPr>
        <p:sp>
          <p:nvSpPr>
            <p:cNvPr name="Freeform 292" id="292"/>
            <p:cNvSpPr/>
            <p:nvPr/>
          </p:nvSpPr>
          <p:spPr>
            <a:xfrm flipH="false" flipV="false" rot="0">
              <a:off x="-5" y="6"/>
              <a:ext cx="262128" cy="207264"/>
            </a:xfrm>
            <a:custGeom>
              <a:avLst/>
              <a:gdLst/>
              <a:ahLst/>
              <a:cxnLst/>
              <a:rect r="r" b="b" t="t" l="l"/>
              <a:pathLst>
                <a:path h="207264" w="262128">
                  <a:moveTo>
                    <a:pt x="262128" y="0"/>
                  </a:moveTo>
                  <a:lnTo>
                    <a:pt x="262128" y="207264"/>
                  </a:lnTo>
                  <a:lnTo>
                    <a:pt x="0" y="207264"/>
                  </a:lnTo>
                  <a:lnTo>
                    <a:pt x="0" y="0"/>
                  </a:lnTo>
                  <a:lnTo>
                    <a:pt x="26212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93" id="293"/>
          <p:cNvSpPr txBox="true"/>
          <p:nvPr/>
        </p:nvSpPr>
        <p:spPr>
          <a:xfrm rot="0">
            <a:off x="835819" y="2425722"/>
            <a:ext cx="893588" cy="164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12"/>
              </a:lnSpc>
            </a:pPr>
            <a:r>
              <a:rPr lang="en-US" sz="937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</a:p>
        </p:txBody>
      </p:sp>
      <p:sp>
        <p:nvSpPr>
          <p:cNvPr name="TextBox 294" id="294"/>
          <p:cNvSpPr txBox="true"/>
          <p:nvPr/>
        </p:nvSpPr>
        <p:spPr>
          <a:xfrm rot="0">
            <a:off x="746522" y="2610860"/>
            <a:ext cx="4852140" cy="51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1"/>
              </a:lnSpc>
            </a:pPr>
            <a:r>
              <a:rPr lang="en-US" sz="2929" spc="55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4 Componentes Essenciais</a:t>
            </a:r>
          </a:p>
        </p:txBody>
      </p:sp>
      <p:sp>
        <p:nvSpPr>
          <p:cNvPr name="TextBox 295" id="295"/>
          <p:cNvSpPr txBox="true"/>
          <p:nvPr/>
        </p:nvSpPr>
        <p:spPr>
          <a:xfrm rot="0">
            <a:off x="914400" y="3896220"/>
            <a:ext cx="5057604" cy="643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4"/>
              </a:lnSpc>
            </a:pPr>
            <a:r>
              <a:rPr lang="en-US" sz="1464" spc="27">
                <a:solidFill>
                  <a:srgbClr val="2A2A2A"/>
                </a:solidFill>
                <a:latin typeface="Open Sans"/>
                <a:ea typeface="Open Sans"/>
                <a:cs typeface="Open Sans"/>
                <a:sym typeface="Open Sans"/>
              </a:rPr>
              <a:t>Sessão Pedagógica</a:t>
            </a:r>
          </a:p>
          <a:p>
            <a:pPr algn="l">
              <a:lnSpc>
                <a:spcPts val="1499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WebSocket de baixalatência sincroniza pausas, intervenções e alertas </a:t>
            </a:r>
          </a:p>
          <a:p>
            <a:pPr algn="l">
              <a:lnSpc>
                <a:spcPts val="1499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imediatosao professorem caso de mudança brusca de comportamento.</a:t>
            </a:r>
          </a:p>
        </p:txBody>
      </p:sp>
      <p:sp>
        <p:nvSpPr>
          <p:cNvPr name="TextBox 296" id="296"/>
          <p:cNvSpPr txBox="true"/>
          <p:nvPr/>
        </p:nvSpPr>
        <p:spPr>
          <a:xfrm rot="0">
            <a:off x="914400" y="5411105"/>
            <a:ext cx="5170608" cy="472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50"/>
              </a:lnSpc>
            </a:pPr>
            <a:r>
              <a:rPr lang="en-US" sz="1464" spc="27">
                <a:solidFill>
                  <a:srgbClr val="2A2A2A"/>
                </a:solidFill>
                <a:latin typeface="Open Sans"/>
                <a:ea typeface="Open Sans"/>
                <a:cs typeface="Open Sans"/>
                <a:sym typeface="Open Sans"/>
              </a:rPr>
              <a:t>Motor de IA Generativa</a:t>
            </a:r>
          </a:p>
          <a:p>
            <a:pPr algn="l">
              <a:lnSpc>
                <a:spcPts val="1640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Workers assíncronos geramnarrativas, imagens lúdicas e áudio. Opera via </a:t>
            </a:r>
          </a:p>
        </p:txBody>
      </p:sp>
      <p:sp>
        <p:nvSpPr>
          <p:cNvPr name="TextBox 297" id="297"/>
          <p:cNvSpPr txBox="true"/>
          <p:nvPr/>
        </p:nvSpPr>
        <p:spPr>
          <a:xfrm rot="0">
            <a:off x="2756706" y="5691673"/>
            <a:ext cx="40215" cy="210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40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</a:p>
        </p:txBody>
      </p:sp>
      <p:sp>
        <p:nvSpPr>
          <p:cNvPr name="TextBox 298" id="298"/>
          <p:cNvSpPr txBox="true"/>
          <p:nvPr/>
        </p:nvSpPr>
        <p:spPr>
          <a:xfrm rot="0">
            <a:off x="6322362" y="3877170"/>
            <a:ext cx="2203256" cy="25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50"/>
              </a:lnSpc>
            </a:pPr>
            <a:r>
              <a:rPr lang="en-US" sz="1464" spc="27">
                <a:solidFill>
                  <a:srgbClr val="2A2A2A"/>
                </a:solidFill>
                <a:latin typeface="Open Sans"/>
                <a:ea typeface="Open Sans"/>
                <a:cs typeface="Open Sans"/>
                <a:sym typeface="Open Sans"/>
              </a:rPr>
              <a:t>Orquestrador de Trilhas</a:t>
            </a:r>
          </a:p>
        </p:txBody>
      </p:sp>
      <p:sp>
        <p:nvSpPr>
          <p:cNvPr name="TextBox 299" id="299"/>
          <p:cNvSpPr txBox="true"/>
          <p:nvPr/>
        </p:nvSpPr>
        <p:spPr>
          <a:xfrm rot="0">
            <a:off x="6913321" y="4144289"/>
            <a:ext cx="40215" cy="210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40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</a:p>
        </p:txBody>
      </p:sp>
      <p:sp>
        <p:nvSpPr>
          <p:cNvPr name="TextBox 300" id="300"/>
          <p:cNvSpPr txBox="true"/>
          <p:nvPr/>
        </p:nvSpPr>
        <p:spPr>
          <a:xfrm rot="0">
            <a:off x="914400" y="5868314"/>
            <a:ext cx="4601289" cy="198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40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filaspara nãotravar a interface recebe apenas dados anonimizados.</a:t>
            </a:r>
          </a:p>
        </p:txBody>
      </p:sp>
      <p:sp>
        <p:nvSpPr>
          <p:cNvPr name="TextBox 301" id="301"/>
          <p:cNvSpPr txBox="true"/>
          <p:nvPr/>
        </p:nvSpPr>
        <p:spPr>
          <a:xfrm rot="0">
            <a:off x="6322362" y="5358070"/>
            <a:ext cx="4821793" cy="687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Governança de Dados</a:t>
            </a:r>
          </a:p>
          <a:p>
            <a:pPr algn="l">
              <a:lnSpc>
                <a:spcPts val="2025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Anonimiza dados pessoais na ingestão, valida consentimento dos </a:t>
            </a:r>
          </a:p>
          <a:p>
            <a:pPr algn="l">
              <a:lnSpc>
                <a:spcPts val="824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responsáveis, aplica controle de acesso e registra auditoria imutável.</a:t>
            </a:r>
          </a:p>
        </p:txBody>
      </p:sp>
      <p:sp>
        <p:nvSpPr>
          <p:cNvPr name="TextBox 302" id="302"/>
          <p:cNvSpPr txBox="true"/>
          <p:nvPr/>
        </p:nvSpPr>
        <p:spPr>
          <a:xfrm rot="0">
            <a:off x="6322362" y="4144289"/>
            <a:ext cx="4729763" cy="210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40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Combinaperfil dacriança combiblioteca pedagógica. Adapta trilhas </a:t>
            </a:r>
          </a:p>
        </p:txBody>
      </p:sp>
      <p:sp>
        <p:nvSpPr>
          <p:cNvPr name="TextBox 303" id="303"/>
          <p:cNvSpPr txBox="true"/>
          <p:nvPr/>
        </p:nvSpPr>
        <p:spPr>
          <a:xfrm rot="0">
            <a:off x="6322362" y="4334789"/>
            <a:ext cx="4896098" cy="210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40"/>
              </a:lnSpc>
            </a:pPr>
            <a:r>
              <a:rPr lang="en-US" sz="117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dinamicamente conforme progresso e estado emocional do paciente.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3172" y="3172"/>
            <a:ext cx="12185647" cy="6851647"/>
            <a:chOff x="0" y="0"/>
            <a:chExt cx="16247529" cy="91355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47490" cy="9135491"/>
            </a:xfrm>
            <a:custGeom>
              <a:avLst/>
              <a:gdLst/>
              <a:ahLst/>
              <a:cxnLst/>
              <a:rect r="r" b="b" t="t" l="l"/>
              <a:pathLst>
                <a:path h="9135491" w="16247490">
                  <a:moveTo>
                    <a:pt x="0" y="0"/>
                  </a:moveTo>
                  <a:lnTo>
                    <a:pt x="16247490" y="0"/>
                  </a:lnTo>
                  <a:lnTo>
                    <a:pt x="16247490" y="9135491"/>
                  </a:lnTo>
                  <a:lnTo>
                    <a:pt x="0" y="9135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6" t="0" r="-6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0" y="-1591"/>
            <a:ext cx="12192000" cy="2012947"/>
            <a:chOff x="0" y="0"/>
            <a:chExt cx="16256000" cy="268392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256000" cy="2683891"/>
            </a:xfrm>
            <a:custGeom>
              <a:avLst/>
              <a:gdLst/>
              <a:ahLst/>
              <a:cxnLst/>
              <a:rect r="r" b="b" t="t" l="l"/>
              <a:pathLst>
                <a:path h="2683891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2683891"/>
                  </a:lnTo>
                  <a:lnTo>
                    <a:pt x="0" y="26838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23" r="0" b="-25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655615" y="2531250"/>
            <a:ext cx="1784347" cy="260347"/>
          </a:xfrm>
          <a:custGeom>
            <a:avLst/>
            <a:gdLst/>
            <a:ahLst/>
            <a:cxnLst/>
            <a:rect r="r" b="b" t="t" l="l"/>
            <a:pathLst>
              <a:path h="260347" w="1784347">
                <a:moveTo>
                  <a:pt x="0" y="0"/>
                </a:moveTo>
                <a:lnTo>
                  <a:pt x="1784347" y="0"/>
                </a:lnTo>
                <a:lnTo>
                  <a:pt x="1784347" y="260347"/>
                </a:lnTo>
                <a:lnTo>
                  <a:pt x="0" y="26034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719547" y="4073576"/>
            <a:ext cx="247650" cy="209550"/>
          </a:xfrm>
          <a:custGeom>
            <a:avLst/>
            <a:gdLst/>
            <a:ahLst/>
            <a:cxnLst/>
            <a:rect r="r" b="b" t="t" l="l"/>
            <a:pathLst>
              <a:path h="209550" w="247650">
                <a:moveTo>
                  <a:pt x="0" y="0"/>
                </a:moveTo>
                <a:lnTo>
                  <a:pt x="247650" y="0"/>
                </a:lnTo>
                <a:lnTo>
                  <a:pt x="2476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50" t="0" r="-5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19547" y="4816526"/>
            <a:ext cx="247650" cy="209550"/>
          </a:xfrm>
          <a:custGeom>
            <a:avLst/>
            <a:gdLst/>
            <a:ahLst/>
            <a:cxnLst/>
            <a:rect r="r" b="b" t="t" l="l"/>
            <a:pathLst>
              <a:path h="209550" w="247650">
                <a:moveTo>
                  <a:pt x="0" y="0"/>
                </a:moveTo>
                <a:lnTo>
                  <a:pt x="247650" y="0"/>
                </a:lnTo>
                <a:lnTo>
                  <a:pt x="2476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50" t="0" r="-5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719547" y="5569001"/>
            <a:ext cx="247650" cy="209550"/>
          </a:xfrm>
          <a:custGeom>
            <a:avLst/>
            <a:gdLst/>
            <a:ahLst/>
            <a:cxnLst/>
            <a:rect r="r" b="b" t="t" l="l"/>
            <a:pathLst>
              <a:path h="209550" w="247650">
                <a:moveTo>
                  <a:pt x="0" y="0"/>
                </a:moveTo>
                <a:lnTo>
                  <a:pt x="247650" y="0"/>
                </a:lnTo>
                <a:lnTo>
                  <a:pt x="2476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50" t="0" r="-5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358347" y="4073576"/>
            <a:ext cx="247650" cy="209550"/>
          </a:xfrm>
          <a:custGeom>
            <a:avLst/>
            <a:gdLst/>
            <a:ahLst/>
            <a:cxnLst/>
            <a:rect r="r" b="b" t="t" l="l"/>
            <a:pathLst>
              <a:path h="209550" w="247650">
                <a:moveTo>
                  <a:pt x="0" y="0"/>
                </a:moveTo>
                <a:lnTo>
                  <a:pt x="247650" y="0"/>
                </a:lnTo>
                <a:lnTo>
                  <a:pt x="2476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50" t="0" r="-5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358347" y="4816526"/>
            <a:ext cx="247650" cy="209550"/>
          </a:xfrm>
          <a:custGeom>
            <a:avLst/>
            <a:gdLst/>
            <a:ahLst/>
            <a:cxnLst/>
            <a:rect r="r" b="b" t="t" l="l"/>
            <a:pathLst>
              <a:path h="209550" w="247650">
                <a:moveTo>
                  <a:pt x="0" y="0"/>
                </a:moveTo>
                <a:lnTo>
                  <a:pt x="247650" y="0"/>
                </a:lnTo>
                <a:lnTo>
                  <a:pt x="2476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50" t="0" r="-5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6358347" y="5569001"/>
            <a:ext cx="247650" cy="209550"/>
          </a:xfrm>
          <a:custGeom>
            <a:avLst/>
            <a:gdLst/>
            <a:ahLst/>
            <a:cxnLst/>
            <a:rect r="r" b="b" t="t" l="l"/>
            <a:pathLst>
              <a:path h="209550" w="247650">
                <a:moveTo>
                  <a:pt x="0" y="0"/>
                </a:moveTo>
                <a:lnTo>
                  <a:pt x="247650" y="0"/>
                </a:lnTo>
                <a:lnTo>
                  <a:pt x="247650" y="209550"/>
                </a:lnTo>
                <a:lnTo>
                  <a:pt x="0" y="20955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50" t="0" r="-5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655634" y="2532059"/>
            <a:ext cx="1784347" cy="260347"/>
            <a:chOff x="1312545" y="5065395"/>
            <a:chExt cx="3566160" cy="5181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66160" cy="518160"/>
            </a:xfrm>
            <a:custGeom>
              <a:avLst/>
              <a:gdLst/>
              <a:ahLst/>
              <a:cxnLst/>
              <a:rect r="r" b="b" t="t" l="l"/>
              <a:pathLst>
                <a:path h="518160" w="3566160">
                  <a:moveTo>
                    <a:pt x="3566160" y="0"/>
                  </a:moveTo>
                  <a:lnTo>
                    <a:pt x="3566160" y="518160"/>
                  </a:lnTo>
                  <a:lnTo>
                    <a:pt x="0" y="518160"/>
                  </a:lnTo>
                  <a:lnTo>
                    <a:pt x="0" y="0"/>
                  </a:lnTo>
                  <a:lnTo>
                    <a:pt x="35661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720547" y="4073576"/>
            <a:ext cx="247650" cy="209550"/>
            <a:chOff x="1444904" y="8149438"/>
            <a:chExt cx="487680" cy="41452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87680" cy="414528"/>
            </a:xfrm>
            <a:custGeom>
              <a:avLst/>
              <a:gdLst/>
              <a:ahLst/>
              <a:cxnLst/>
              <a:rect r="r" b="b" t="t" l="l"/>
              <a:pathLst>
                <a:path h="414528" w="487680">
                  <a:moveTo>
                    <a:pt x="487680" y="0"/>
                  </a:moveTo>
                  <a:lnTo>
                    <a:pt x="487680" y="414528"/>
                  </a:lnTo>
                  <a:lnTo>
                    <a:pt x="0" y="414528"/>
                  </a:lnTo>
                  <a:lnTo>
                    <a:pt x="0" y="0"/>
                  </a:lnTo>
                  <a:lnTo>
                    <a:pt x="48768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59347" y="4073576"/>
            <a:ext cx="247650" cy="209550"/>
            <a:chOff x="12722504" y="8149438"/>
            <a:chExt cx="487680" cy="41452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87680" cy="414528"/>
            </a:xfrm>
            <a:custGeom>
              <a:avLst/>
              <a:gdLst/>
              <a:ahLst/>
              <a:cxnLst/>
              <a:rect r="r" b="b" t="t" l="l"/>
              <a:pathLst>
                <a:path h="414528" w="487680">
                  <a:moveTo>
                    <a:pt x="487680" y="0"/>
                  </a:moveTo>
                  <a:lnTo>
                    <a:pt x="487680" y="414528"/>
                  </a:lnTo>
                  <a:lnTo>
                    <a:pt x="0" y="414528"/>
                  </a:lnTo>
                  <a:lnTo>
                    <a:pt x="0" y="0"/>
                  </a:lnTo>
                  <a:lnTo>
                    <a:pt x="48768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720547" y="4816526"/>
            <a:ext cx="247650" cy="209550"/>
            <a:chOff x="1444904" y="9635338"/>
            <a:chExt cx="487680" cy="41452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87680" cy="414528"/>
            </a:xfrm>
            <a:custGeom>
              <a:avLst/>
              <a:gdLst/>
              <a:ahLst/>
              <a:cxnLst/>
              <a:rect r="r" b="b" t="t" l="l"/>
              <a:pathLst>
                <a:path h="414528" w="487680">
                  <a:moveTo>
                    <a:pt x="487680" y="0"/>
                  </a:moveTo>
                  <a:lnTo>
                    <a:pt x="487680" y="414528"/>
                  </a:lnTo>
                  <a:lnTo>
                    <a:pt x="0" y="414528"/>
                  </a:lnTo>
                  <a:lnTo>
                    <a:pt x="0" y="0"/>
                  </a:lnTo>
                  <a:lnTo>
                    <a:pt x="48768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6359347" y="4816526"/>
            <a:ext cx="247650" cy="209550"/>
            <a:chOff x="12722504" y="9635338"/>
            <a:chExt cx="487680" cy="41452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87680" cy="414528"/>
            </a:xfrm>
            <a:custGeom>
              <a:avLst/>
              <a:gdLst/>
              <a:ahLst/>
              <a:cxnLst/>
              <a:rect r="r" b="b" t="t" l="l"/>
              <a:pathLst>
                <a:path h="414528" w="487680">
                  <a:moveTo>
                    <a:pt x="487680" y="0"/>
                  </a:moveTo>
                  <a:lnTo>
                    <a:pt x="487680" y="414528"/>
                  </a:lnTo>
                  <a:lnTo>
                    <a:pt x="0" y="414528"/>
                  </a:lnTo>
                  <a:lnTo>
                    <a:pt x="0" y="0"/>
                  </a:lnTo>
                  <a:lnTo>
                    <a:pt x="48768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20547" y="5569001"/>
            <a:ext cx="247650" cy="209550"/>
            <a:chOff x="1444904" y="11140288"/>
            <a:chExt cx="487680" cy="41452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87680" cy="414528"/>
            </a:xfrm>
            <a:custGeom>
              <a:avLst/>
              <a:gdLst/>
              <a:ahLst/>
              <a:cxnLst/>
              <a:rect r="r" b="b" t="t" l="l"/>
              <a:pathLst>
                <a:path h="414528" w="487680">
                  <a:moveTo>
                    <a:pt x="487680" y="0"/>
                  </a:moveTo>
                  <a:lnTo>
                    <a:pt x="487680" y="414528"/>
                  </a:lnTo>
                  <a:lnTo>
                    <a:pt x="0" y="414528"/>
                  </a:lnTo>
                  <a:lnTo>
                    <a:pt x="0" y="0"/>
                  </a:lnTo>
                  <a:lnTo>
                    <a:pt x="48768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6359347" y="5569001"/>
            <a:ext cx="247650" cy="209550"/>
            <a:chOff x="12722504" y="11140288"/>
            <a:chExt cx="487680" cy="41452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87680" cy="414528"/>
            </a:xfrm>
            <a:custGeom>
              <a:avLst/>
              <a:gdLst/>
              <a:ahLst/>
              <a:cxnLst/>
              <a:rect r="r" b="b" t="t" l="l"/>
              <a:pathLst>
                <a:path h="414528" w="487680">
                  <a:moveTo>
                    <a:pt x="487680" y="0"/>
                  </a:moveTo>
                  <a:lnTo>
                    <a:pt x="487680" y="414528"/>
                  </a:lnTo>
                  <a:lnTo>
                    <a:pt x="0" y="414528"/>
                  </a:lnTo>
                  <a:lnTo>
                    <a:pt x="0" y="0"/>
                  </a:lnTo>
                  <a:lnTo>
                    <a:pt x="48768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757838" y="2529678"/>
            <a:ext cx="1725016" cy="176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16"/>
              </a:lnSpc>
            </a:pPr>
            <a:r>
              <a:rPr lang="en-US" sz="101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SEGURANÇA &amp; TRADE-OFFS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61540" y="2739247"/>
            <a:ext cx="7258431" cy="564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7"/>
              </a:lnSpc>
            </a:pPr>
            <a:r>
              <a:rPr lang="en-US" sz="3162" spc="60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LGPD, ECA e Decisões de Engenharia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61540" y="3608099"/>
            <a:ext cx="2602144" cy="28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3"/>
              </a:lnSpc>
            </a:pPr>
            <a:r>
              <a:rPr lang="en-US" sz="1580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Proteção de</a:t>
            </a:r>
            <a:r>
              <a:rPr lang="en-US" sz="158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80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Dados</a:t>
            </a:r>
            <a:r>
              <a:rPr lang="en-US" sz="158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80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(LGPD)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301388" y="3608099"/>
            <a:ext cx="2247662" cy="28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3"/>
              </a:lnSpc>
            </a:pPr>
            <a:r>
              <a:rPr lang="en-US" sz="1580" spc="30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Trade-offse Mitigações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83634" y="4014645"/>
            <a:ext cx="4173045" cy="433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Identificador único eirreversível substitui nome, data de</a:t>
            </a:r>
          </a:p>
          <a:p>
            <a:pPr algn="l">
              <a:lnSpc>
                <a:spcPts val="165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nascimento e diagnóstico em todos os registros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83634" y="4765215"/>
            <a:ext cx="4867218" cy="425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Termo de consentimento dos responsáveis obrigatório antes de qualquer processamento de dados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183634" y="5522433"/>
            <a:ext cx="5082607" cy="406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TLS 1.3 com chaves rotacionadas a cada 90 dias · limite de 10 req/s por usuário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823472" y="4765215"/>
            <a:ext cx="4727591" cy="421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b="true" sz="1264">
                <a:solidFill>
                  <a:srgbClr val="2A2A2A"/>
                </a:solidFill>
                <a:latin typeface="DM Sans Bold"/>
                <a:ea typeface="DM Sans Bold"/>
                <a:cs typeface="DM Sans Bold"/>
                <a:sym typeface="DM Sans Bold"/>
              </a:rPr>
              <a:t>Microsserviços</a:t>
            </a: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escalam bem, mas aumentam complexidade mitigado com </a:t>
            </a:r>
            <a:r>
              <a:rPr lang="en-US" b="true" sz="1264">
                <a:solidFill>
                  <a:srgbClr val="2A2A2A"/>
                </a:solidFill>
                <a:latin typeface="DM Sans Bold"/>
                <a:ea typeface="DM Sans Bold"/>
                <a:cs typeface="DM Sans Bold"/>
                <a:sym typeface="DM Sans Bold"/>
              </a:rPr>
              <a:t>processamento assíncrono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823472" y="5519299"/>
            <a:ext cx="4726610" cy="602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5"/>
              </a:lnSpc>
            </a:pPr>
            <a:r>
              <a:rPr lang="en-US" b="true" sz="1264">
                <a:solidFill>
                  <a:srgbClr val="2A2A2A"/>
                </a:solidFill>
                <a:latin typeface="DM Sans Bold"/>
                <a:ea typeface="DM Sans Bold"/>
                <a:cs typeface="DM Sans Bold"/>
                <a:sym typeface="DM Sans Bold"/>
              </a:rPr>
              <a:t>Kafka/RabbitMQ</a:t>
            </a: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melhoram desempenho em tarefas pesadas, mas podem gerar atrasos pontuais mitigado com </a:t>
            </a:r>
            <a:r>
              <a:rPr lang="en-US" b="true" sz="1264">
                <a:solidFill>
                  <a:srgbClr val="2A2A2A"/>
                </a:solidFill>
                <a:latin typeface="DM Sans Bold"/>
                <a:ea typeface="DM Sans Bold"/>
                <a:cs typeface="DM Sans Bold"/>
                <a:sym typeface="DM Sans Bold"/>
              </a:rPr>
              <a:t>monitoramento contínuo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6823472" y="4014645"/>
            <a:ext cx="4928130" cy="421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b="true" sz="1264">
                <a:solidFill>
                  <a:srgbClr val="2A2A2A"/>
                </a:solidFill>
                <a:latin typeface="DM Sans Bold"/>
                <a:ea typeface="DM Sans Bold"/>
                <a:cs typeface="DM Sans Bold"/>
                <a:sym typeface="DM Sans Bold"/>
              </a:rPr>
              <a:t>Criptografia</a:t>
            </a: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aumenta segurança, mas adiciona latência mitigado</a:t>
            </a:r>
          </a:p>
          <a:p>
            <a:pPr algn="l">
              <a:lnSpc>
                <a:spcPts val="165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com </a:t>
            </a:r>
            <a:r>
              <a:rPr lang="en-US" b="true" sz="1264">
                <a:solidFill>
                  <a:srgbClr val="2A2A2A"/>
                </a:solidFill>
                <a:latin typeface="DM Sans Bold"/>
                <a:ea typeface="DM Sans Bold"/>
                <a:cs typeface="DM Sans Bold"/>
                <a:sym typeface="DM Sans Bold"/>
              </a:rPr>
              <a:t>cache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3172" y="3172"/>
            <a:ext cx="12185647" cy="6851647"/>
            <a:chOff x="0" y="0"/>
            <a:chExt cx="16247529" cy="913552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47490" cy="9135491"/>
            </a:xfrm>
            <a:custGeom>
              <a:avLst/>
              <a:gdLst/>
              <a:ahLst/>
              <a:cxnLst/>
              <a:rect r="r" b="b" t="t" l="l"/>
              <a:pathLst>
                <a:path h="9135491" w="16247490">
                  <a:moveTo>
                    <a:pt x="0" y="0"/>
                  </a:moveTo>
                  <a:lnTo>
                    <a:pt x="16247490" y="0"/>
                  </a:lnTo>
                  <a:lnTo>
                    <a:pt x="16247490" y="9135491"/>
                  </a:lnTo>
                  <a:lnTo>
                    <a:pt x="0" y="9135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6" t="0" r="-6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0" y="0"/>
            <a:ext cx="12192000" cy="6858000"/>
          </a:xfrm>
          <a:custGeom>
            <a:avLst/>
            <a:gdLst/>
            <a:ahLst/>
            <a:cxnLst/>
            <a:rect r="r" b="b" t="t" l="l"/>
            <a:pathLst>
              <a:path h="6858000" w="12192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55634" y="663197"/>
            <a:ext cx="927097" cy="273053"/>
          </a:xfrm>
          <a:custGeom>
            <a:avLst/>
            <a:gdLst/>
            <a:ahLst/>
            <a:cxnLst/>
            <a:rect r="r" b="b" t="t" l="l"/>
            <a:pathLst>
              <a:path h="273053" w="927097">
                <a:moveTo>
                  <a:pt x="0" y="0"/>
                </a:moveTo>
                <a:lnTo>
                  <a:pt x="927097" y="0"/>
                </a:lnTo>
                <a:lnTo>
                  <a:pt x="927097" y="273053"/>
                </a:lnTo>
                <a:lnTo>
                  <a:pt x="0" y="2730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8" t="0" r="-8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55615" y="1673771"/>
            <a:ext cx="3625853" cy="647700"/>
          </a:xfrm>
          <a:custGeom>
            <a:avLst/>
            <a:gdLst/>
            <a:ahLst/>
            <a:cxnLst/>
            <a:rect r="r" b="b" t="t" l="l"/>
            <a:pathLst>
              <a:path h="647700" w="3625853">
                <a:moveTo>
                  <a:pt x="0" y="0"/>
                </a:moveTo>
                <a:lnTo>
                  <a:pt x="3625853" y="0"/>
                </a:lnTo>
                <a:lnTo>
                  <a:pt x="3625853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284640" y="1673771"/>
            <a:ext cx="3625853" cy="647700"/>
          </a:xfrm>
          <a:custGeom>
            <a:avLst/>
            <a:gdLst/>
            <a:ahLst/>
            <a:cxnLst/>
            <a:rect r="r" b="b" t="t" l="l"/>
            <a:pathLst>
              <a:path h="647700" w="3625853">
                <a:moveTo>
                  <a:pt x="0" y="0"/>
                </a:moveTo>
                <a:lnTo>
                  <a:pt x="3625853" y="0"/>
                </a:lnTo>
                <a:lnTo>
                  <a:pt x="3625853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7904140" y="1673771"/>
            <a:ext cx="3625853" cy="647700"/>
          </a:xfrm>
          <a:custGeom>
            <a:avLst/>
            <a:gdLst/>
            <a:ahLst/>
            <a:cxnLst/>
            <a:rect r="r" b="b" t="t" l="l"/>
            <a:pathLst>
              <a:path h="647700" w="3625853">
                <a:moveTo>
                  <a:pt x="0" y="0"/>
                </a:moveTo>
                <a:lnTo>
                  <a:pt x="3625853" y="0"/>
                </a:lnTo>
                <a:lnTo>
                  <a:pt x="3625853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55491" y="4215289"/>
            <a:ext cx="10871197" cy="558803"/>
          </a:xfrm>
          <a:custGeom>
            <a:avLst/>
            <a:gdLst/>
            <a:ahLst/>
            <a:cxnLst/>
            <a:rect r="r" b="b" t="t" l="l"/>
            <a:pathLst>
              <a:path h="558803" w="10871197">
                <a:moveTo>
                  <a:pt x="0" y="0"/>
                </a:moveTo>
                <a:lnTo>
                  <a:pt x="10871197" y="0"/>
                </a:lnTo>
                <a:lnTo>
                  <a:pt x="10871197" y="558803"/>
                </a:lnTo>
                <a:lnTo>
                  <a:pt x="0" y="55880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654120" y="4210050"/>
            <a:ext cx="10883903" cy="76200"/>
            <a:chOff x="0" y="0"/>
            <a:chExt cx="14511871" cy="101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4511910" cy="101600"/>
            </a:xfrm>
            <a:custGeom>
              <a:avLst/>
              <a:gdLst/>
              <a:ahLst/>
              <a:cxnLst/>
              <a:rect r="r" b="b" t="t" l="l"/>
              <a:pathLst>
                <a:path h="101600" w="14511910">
                  <a:moveTo>
                    <a:pt x="0" y="0"/>
                  </a:moveTo>
                  <a:lnTo>
                    <a:pt x="14511910" y="0"/>
                  </a:lnTo>
                  <a:lnTo>
                    <a:pt x="14511910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654120" y="4705350"/>
            <a:ext cx="10883903" cy="76200"/>
            <a:chOff x="0" y="0"/>
            <a:chExt cx="14511871" cy="101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511910" cy="101600"/>
            </a:xfrm>
            <a:custGeom>
              <a:avLst/>
              <a:gdLst/>
              <a:ahLst/>
              <a:cxnLst/>
              <a:rect r="r" b="b" t="t" l="l"/>
              <a:pathLst>
                <a:path h="101600" w="14511910">
                  <a:moveTo>
                    <a:pt x="0" y="0"/>
                  </a:moveTo>
                  <a:lnTo>
                    <a:pt x="14511910" y="0"/>
                  </a:lnTo>
                  <a:lnTo>
                    <a:pt x="14511910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1512258" y="4206878"/>
            <a:ext cx="25403" cy="577853"/>
            <a:chOff x="0" y="0"/>
            <a:chExt cx="33871" cy="77047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3909" cy="770509"/>
            </a:xfrm>
            <a:custGeom>
              <a:avLst/>
              <a:gdLst/>
              <a:ahLst/>
              <a:cxnLst/>
              <a:rect r="r" b="b" t="t" l="l"/>
              <a:pathLst>
                <a:path h="770509" w="33909">
                  <a:moveTo>
                    <a:pt x="0" y="0"/>
                  </a:moveTo>
                  <a:lnTo>
                    <a:pt x="33909" y="0"/>
                  </a:lnTo>
                  <a:lnTo>
                    <a:pt x="33909" y="770509"/>
                  </a:lnTo>
                  <a:lnTo>
                    <a:pt x="0" y="770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112" b="4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638175" y="4209288"/>
            <a:ext cx="76200" cy="571500"/>
          </a:xfrm>
          <a:custGeom>
            <a:avLst/>
            <a:gdLst/>
            <a:ahLst/>
            <a:cxnLst/>
            <a:rect r="r" b="b" t="t" l="l"/>
            <a:pathLst>
              <a:path h="571500" w="76200">
                <a:moveTo>
                  <a:pt x="0" y="0"/>
                </a:moveTo>
                <a:lnTo>
                  <a:pt x="76200" y="0"/>
                </a:lnTo>
                <a:lnTo>
                  <a:pt x="762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55491" y="4920139"/>
            <a:ext cx="10871197" cy="558803"/>
          </a:xfrm>
          <a:custGeom>
            <a:avLst/>
            <a:gdLst/>
            <a:ahLst/>
            <a:cxnLst/>
            <a:rect r="r" b="b" t="t" l="l"/>
            <a:pathLst>
              <a:path h="558803" w="10871197">
                <a:moveTo>
                  <a:pt x="0" y="0"/>
                </a:moveTo>
                <a:lnTo>
                  <a:pt x="10871197" y="0"/>
                </a:lnTo>
                <a:lnTo>
                  <a:pt x="10871197" y="558803"/>
                </a:lnTo>
                <a:lnTo>
                  <a:pt x="0" y="55880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654120" y="4914900"/>
            <a:ext cx="10883903" cy="76200"/>
            <a:chOff x="0" y="0"/>
            <a:chExt cx="14511871" cy="101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4511910" cy="101600"/>
            </a:xfrm>
            <a:custGeom>
              <a:avLst/>
              <a:gdLst/>
              <a:ahLst/>
              <a:cxnLst/>
              <a:rect r="r" b="b" t="t" l="l"/>
              <a:pathLst>
                <a:path h="101600" w="14511910">
                  <a:moveTo>
                    <a:pt x="0" y="0"/>
                  </a:moveTo>
                  <a:lnTo>
                    <a:pt x="14511910" y="0"/>
                  </a:lnTo>
                  <a:lnTo>
                    <a:pt x="14511910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654120" y="5410200"/>
            <a:ext cx="10883903" cy="76200"/>
            <a:chOff x="0" y="0"/>
            <a:chExt cx="14511871" cy="101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4511910" cy="101600"/>
            </a:xfrm>
            <a:custGeom>
              <a:avLst/>
              <a:gdLst/>
              <a:ahLst/>
              <a:cxnLst/>
              <a:rect r="r" b="b" t="t" l="l"/>
              <a:pathLst>
                <a:path h="101600" w="14511910">
                  <a:moveTo>
                    <a:pt x="0" y="0"/>
                  </a:moveTo>
                  <a:lnTo>
                    <a:pt x="14511910" y="0"/>
                  </a:lnTo>
                  <a:lnTo>
                    <a:pt x="14511910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1512258" y="4911728"/>
            <a:ext cx="25403" cy="577853"/>
            <a:chOff x="0" y="0"/>
            <a:chExt cx="33871" cy="77047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909" cy="770509"/>
            </a:xfrm>
            <a:custGeom>
              <a:avLst/>
              <a:gdLst/>
              <a:ahLst/>
              <a:cxnLst/>
              <a:rect r="r" b="b" t="t" l="l"/>
              <a:pathLst>
                <a:path h="770509" w="33909">
                  <a:moveTo>
                    <a:pt x="0" y="0"/>
                  </a:moveTo>
                  <a:lnTo>
                    <a:pt x="33909" y="0"/>
                  </a:lnTo>
                  <a:lnTo>
                    <a:pt x="33909" y="770509"/>
                  </a:lnTo>
                  <a:lnTo>
                    <a:pt x="0" y="770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112" b="4"/>
              </a:stretch>
            </a:blipFill>
          </p:spPr>
        </p:sp>
      </p:grpSp>
      <p:sp>
        <p:nvSpPr>
          <p:cNvPr name="Freeform 27" id="27"/>
          <p:cNvSpPr/>
          <p:nvPr/>
        </p:nvSpPr>
        <p:spPr>
          <a:xfrm flipH="false" flipV="false" rot="0">
            <a:off x="638175" y="4914138"/>
            <a:ext cx="76200" cy="571500"/>
          </a:xfrm>
          <a:custGeom>
            <a:avLst/>
            <a:gdLst/>
            <a:ahLst/>
            <a:cxnLst/>
            <a:rect r="r" b="b" t="t" l="l"/>
            <a:pathLst>
              <a:path h="571500" w="76200">
                <a:moveTo>
                  <a:pt x="0" y="0"/>
                </a:moveTo>
                <a:lnTo>
                  <a:pt x="76200" y="0"/>
                </a:lnTo>
                <a:lnTo>
                  <a:pt x="762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55491" y="5624989"/>
            <a:ext cx="10871197" cy="558803"/>
          </a:xfrm>
          <a:custGeom>
            <a:avLst/>
            <a:gdLst/>
            <a:ahLst/>
            <a:cxnLst/>
            <a:rect r="r" b="b" t="t" l="l"/>
            <a:pathLst>
              <a:path h="558803" w="10871197">
                <a:moveTo>
                  <a:pt x="0" y="0"/>
                </a:moveTo>
                <a:lnTo>
                  <a:pt x="10871197" y="0"/>
                </a:lnTo>
                <a:lnTo>
                  <a:pt x="10871197" y="558803"/>
                </a:lnTo>
                <a:lnTo>
                  <a:pt x="0" y="558803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654120" y="5619750"/>
            <a:ext cx="10883903" cy="76200"/>
            <a:chOff x="0" y="0"/>
            <a:chExt cx="14511871" cy="1016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4511910" cy="101600"/>
            </a:xfrm>
            <a:custGeom>
              <a:avLst/>
              <a:gdLst/>
              <a:ahLst/>
              <a:cxnLst/>
              <a:rect r="r" b="b" t="t" l="l"/>
              <a:pathLst>
                <a:path h="101600" w="14511910">
                  <a:moveTo>
                    <a:pt x="0" y="0"/>
                  </a:moveTo>
                  <a:lnTo>
                    <a:pt x="14511910" y="0"/>
                  </a:lnTo>
                  <a:lnTo>
                    <a:pt x="14511910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654120" y="6115050"/>
            <a:ext cx="10883903" cy="76200"/>
            <a:chOff x="0" y="0"/>
            <a:chExt cx="14511871" cy="1016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511910" cy="101600"/>
            </a:xfrm>
            <a:custGeom>
              <a:avLst/>
              <a:gdLst/>
              <a:ahLst/>
              <a:cxnLst/>
              <a:rect r="r" b="b" t="t" l="l"/>
              <a:pathLst>
                <a:path h="101600" w="14511910">
                  <a:moveTo>
                    <a:pt x="0" y="0"/>
                  </a:moveTo>
                  <a:lnTo>
                    <a:pt x="14511910" y="0"/>
                  </a:lnTo>
                  <a:lnTo>
                    <a:pt x="14511910" y="101600"/>
                  </a:lnTo>
                  <a:lnTo>
                    <a:pt x="0" y="10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>
                <a:fillRect l="0" t="0" r="0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1512258" y="5616578"/>
            <a:ext cx="25403" cy="577853"/>
            <a:chOff x="0" y="0"/>
            <a:chExt cx="33871" cy="770471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3909" cy="770509"/>
            </a:xfrm>
            <a:custGeom>
              <a:avLst/>
              <a:gdLst/>
              <a:ahLst/>
              <a:cxnLst/>
              <a:rect r="r" b="b" t="t" l="l"/>
              <a:pathLst>
                <a:path h="770509" w="33909">
                  <a:moveTo>
                    <a:pt x="0" y="0"/>
                  </a:moveTo>
                  <a:lnTo>
                    <a:pt x="33909" y="0"/>
                  </a:lnTo>
                  <a:lnTo>
                    <a:pt x="33909" y="770509"/>
                  </a:lnTo>
                  <a:lnTo>
                    <a:pt x="0" y="770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>
                <a:fillRect l="0" t="0" r="112" b="4"/>
              </a:stretch>
            </a:blipFill>
          </p:spPr>
        </p:sp>
      </p:grpSp>
      <p:sp>
        <p:nvSpPr>
          <p:cNvPr name="Freeform 35" id="35"/>
          <p:cNvSpPr/>
          <p:nvPr/>
        </p:nvSpPr>
        <p:spPr>
          <a:xfrm flipH="false" flipV="false" rot="0">
            <a:off x="638175" y="5618988"/>
            <a:ext cx="76200" cy="571500"/>
          </a:xfrm>
          <a:custGeom>
            <a:avLst/>
            <a:gdLst/>
            <a:ahLst/>
            <a:cxnLst/>
            <a:rect r="r" b="b" t="t" l="l"/>
            <a:pathLst>
              <a:path h="571500" w="76200">
                <a:moveTo>
                  <a:pt x="0" y="0"/>
                </a:moveTo>
                <a:lnTo>
                  <a:pt x="76200" y="0"/>
                </a:lnTo>
                <a:lnTo>
                  <a:pt x="762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6" id="36"/>
          <p:cNvGrpSpPr/>
          <p:nvPr/>
        </p:nvGrpSpPr>
        <p:grpSpPr>
          <a:xfrm rot="0">
            <a:off x="655634" y="663578"/>
            <a:ext cx="927097" cy="273053"/>
            <a:chOff x="1311783" y="1331976"/>
            <a:chExt cx="1853184" cy="5364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853184" cy="536448"/>
            </a:xfrm>
            <a:custGeom>
              <a:avLst/>
              <a:gdLst/>
              <a:ahLst/>
              <a:cxnLst/>
              <a:rect r="r" b="b" t="t" l="l"/>
              <a:pathLst>
                <a:path h="536448" w="1853184">
                  <a:moveTo>
                    <a:pt x="1853184" y="0"/>
                  </a:moveTo>
                  <a:lnTo>
                    <a:pt x="1853184" y="536448"/>
                  </a:lnTo>
                  <a:lnTo>
                    <a:pt x="0" y="536448"/>
                  </a:lnTo>
                  <a:lnTo>
                    <a:pt x="0" y="0"/>
                  </a:lnTo>
                  <a:lnTo>
                    <a:pt x="185318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655768" y="1673895"/>
            <a:ext cx="3625853" cy="647700"/>
            <a:chOff x="1313307" y="3352362"/>
            <a:chExt cx="7248144" cy="128625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6"/>
              <a:ext cx="7248144" cy="1286256"/>
            </a:xfrm>
            <a:custGeom>
              <a:avLst/>
              <a:gdLst/>
              <a:ahLst/>
              <a:cxnLst/>
              <a:rect r="r" b="b" t="t" l="l"/>
              <a:pathLst>
                <a:path h="1286256" w="7248144">
                  <a:moveTo>
                    <a:pt x="7248144" y="0"/>
                  </a:moveTo>
                  <a:lnTo>
                    <a:pt x="7248144" y="1286256"/>
                  </a:lnTo>
                  <a:lnTo>
                    <a:pt x="0" y="1286256"/>
                  </a:lnTo>
                  <a:lnTo>
                    <a:pt x="0" y="0"/>
                  </a:lnTo>
                  <a:lnTo>
                    <a:pt x="724814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4284793" y="1673895"/>
            <a:ext cx="3625853" cy="647700"/>
            <a:chOff x="8571357" y="3352362"/>
            <a:chExt cx="7248144" cy="12862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6"/>
              <a:ext cx="7248145" cy="1286256"/>
            </a:xfrm>
            <a:custGeom>
              <a:avLst/>
              <a:gdLst/>
              <a:ahLst/>
              <a:cxnLst/>
              <a:rect r="r" b="b" t="t" l="l"/>
              <a:pathLst>
                <a:path h="1286256" w="7248145">
                  <a:moveTo>
                    <a:pt x="7248144" y="0"/>
                  </a:moveTo>
                  <a:lnTo>
                    <a:pt x="7248144" y="1286256"/>
                  </a:lnTo>
                  <a:lnTo>
                    <a:pt x="0" y="1286256"/>
                  </a:lnTo>
                  <a:lnTo>
                    <a:pt x="0" y="0"/>
                  </a:lnTo>
                  <a:lnTo>
                    <a:pt x="724814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7904293" y="1673895"/>
            <a:ext cx="3625853" cy="647700"/>
            <a:chOff x="15810357" y="3352362"/>
            <a:chExt cx="7248144" cy="128625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6"/>
              <a:ext cx="7248144" cy="1286256"/>
            </a:xfrm>
            <a:custGeom>
              <a:avLst/>
              <a:gdLst/>
              <a:ahLst/>
              <a:cxnLst/>
              <a:rect r="r" b="b" t="t" l="l"/>
              <a:pathLst>
                <a:path h="1286256" w="7248144">
                  <a:moveTo>
                    <a:pt x="7248144" y="0"/>
                  </a:moveTo>
                  <a:lnTo>
                    <a:pt x="7248144" y="1286256"/>
                  </a:lnTo>
                  <a:lnTo>
                    <a:pt x="0" y="1286256"/>
                  </a:lnTo>
                  <a:lnTo>
                    <a:pt x="0" y="0"/>
                  </a:lnTo>
                  <a:lnTo>
                    <a:pt x="724814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638175" y="4206878"/>
            <a:ext cx="76200" cy="577853"/>
            <a:chOff x="1276350" y="8418576"/>
            <a:chExt cx="152400" cy="1146048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52400" cy="1146048"/>
            </a:xfrm>
            <a:custGeom>
              <a:avLst/>
              <a:gdLst/>
              <a:ahLst/>
              <a:cxnLst/>
              <a:rect r="r" b="b" t="t" l="l"/>
              <a:pathLst>
                <a:path h="1146048" w="152400">
                  <a:moveTo>
                    <a:pt x="152400" y="0"/>
                  </a:moveTo>
                  <a:lnTo>
                    <a:pt x="152400" y="1146048"/>
                  </a:lnTo>
                  <a:lnTo>
                    <a:pt x="0" y="1146048"/>
                  </a:ln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655634" y="4216403"/>
            <a:ext cx="10871197" cy="558803"/>
            <a:chOff x="1313307" y="8436864"/>
            <a:chExt cx="21738336" cy="110947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1738335" cy="1109472"/>
            </a:xfrm>
            <a:custGeom>
              <a:avLst/>
              <a:gdLst/>
              <a:ahLst/>
              <a:cxnLst/>
              <a:rect r="r" b="b" t="t" l="l"/>
              <a:pathLst>
                <a:path h="1109472" w="21738335">
                  <a:moveTo>
                    <a:pt x="21738335" y="0"/>
                  </a:moveTo>
                  <a:lnTo>
                    <a:pt x="21738335" y="1109472"/>
                  </a:lnTo>
                  <a:lnTo>
                    <a:pt x="0" y="1109472"/>
                  </a:lnTo>
                  <a:lnTo>
                    <a:pt x="0" y="0"/>
                  </a:lnTo>
                  <a:lnTo>
                    <a:pt x="2173833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638175" y="4911728"/>
            <a:ext cx="76200" cy="577853"/>
            <a:chOff x="1276350" y="9828276"/>
            <a:chExt cx="152400" cy="114604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52400" cy="1146048"/>
            </a:xfrm>
            <a:custGeom>
              <a:avLst/>
              <a:gdLst/>
              <a:ahLst/>
              <a:cxnLst/>
              <a:rect r="r" b="b" t="t" l="l"/>
              <a:pathLst>
                <a:path h="1146048" w="152400">
                  <a:moveTo>
                    <a:pt x="152400" y="0"/>
                  </a:moveTo>
                  <a:lnTo>
                    <a:pt x="152400" y="1146048"/>
                  </a:lnTo>
                  <a:lnTo>
                    <a:pt x="0" y="1146048"/>
                  </a:ln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5853" y="4911728"/>
            <a:ext cx="292103" cy="577853"/>
            <a:chOff x="22497288" y="9828276"/>
            <a:chExt cx="573024" cy="114604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-1" y="0"/>
              <a:ext cx="573026" cy="1146048"/>
            </a:xfrm>
            <a:custGeom>
              <a:avLst/>
              <a:gdLst/>
              <a:ahLst/>
              <a:cxnLst/>
              <a:rect r="r" b="b" t="t" l="l"/>
              <a:pathLst>
                <a:path h="1146048" w="573026">
                  <a:moveTo>
                    <a:pt x="573026" y="0"/>
                  </a:moveTo>
                  <a:lnTo>
                    <a:pt x="573026" y="1146048"/>
                  </a:lnTo>
                  <a:lnTo>
                    <a:pt x="0" y="1146048"/>
                  </a:lnTo>
                  <a:lnTo>
                    <a:pt x="0" y="0"/>
                  </a:lnTo>
                  <a:lnTo>
                    <a:pt x="57302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654053" y="4914900"/>
            <a:ext cx="10883903" cy="76200"/>
            <a:chOff x="1313688" y="9829800"/>
            <a:chExt cx="21756624" cy="1524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1756625" cy="152400"/>
            </a:xfrm>
            <a:custGeom>
              <a:avLst/>
              <a:gdLst/>
              <a:ahLst/>
              <a:cxnLst/>
              <a:rect r="r" b="b" t="t" l="l"/>
              <a:pathLst>
                <a:path h="152400" w="21756625">
                  <a:moveTo>
                    <a:pt x="21756625" y="0"/>
                  </a:moveTo>
                  <a:lnTo>
                    <a:pt x="21756625" y="152400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2175662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55634" y="4921253"/>
            <a:ext cx="10871197" cy="558803"/>
            <a:chOff x="1313307" y="9846564"/>
            <a:chExt cx="21738336" cy="1109472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1738335" cy="1109472"/>
            </a:xfrm>
            <a:custGeom>
              <a:avLst/>
              <a:gdLst/>
              <a:ahLst/>
              <a:cxnLst/>
              <a:rect r="r" b="b" t="t" l="l"/>
              <a:pathLst>
                <a:path h="1109472" w="21738335">
                  <a:moveTo>
                    <a:pt x="21738335" y="0"/>
                  </a:moveTo>
                  <a:lnTo>
                    <a:pt x="21738335" y="1109472"/>
                  </a:lnTo>
                  <a:lnTo>
                    <a:pt x="0" y="1109472"/>
                  </a:lnTo>
                  <a:lnTo>
                    <a:pt x="0" y="0"/>
                  </a:lnTo>
                  <a:lnTo>
                    <a:pt x="2173833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654053" y="5410200"/>
            <a:ext cx="10883903" cy="76200"/>
            <a:chOff x="1313688" y="10820400"/>
            <a:chExt cx="21756624" cy="1524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1756625" cy="152400"/>
            </a:xfrm>
            <a:custGeom>
              <a:avLst/>
              <a:gdLst/>
              <a:ahLst/>
              <a:cxnLst/>
              <a:rect r="r" b="b" t="t" l="l"/>
              <a:pathLst>
                <a:path h="152400" w="21756625">
                  <a:moveTo>
                    <a:pt x="21756625" y="0"/>
                  </a:moveTo>
                  <a:lnTo>
                    <a:pt x="21756625" y="152400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2175662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638175" y="5616578"/>
            <a:ext cx="76200" cy="577853"/>
            <a:chOff x="1276350" y="11237976"/>
            <a:chExt cx="152400" cy="1146048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52400" cy="1146048"/>
            </a:xfrm>
            <a:custGeom>
              <a:avLst/>
              <a:gdLst/>
              <a:ahLst/>
              <a:cxnLst/>
              <a:rect r="r" b="b" t="t" l="l"/>
              <a:pathLst>
                <a:path h="1146048" w="152400">
                  <a:moveTo>
                    <a:pt x="152400" y="0"/>
                  </a:moveTo>
                  <a:lnTo>
                    <a:pt x="152400" y="1146048"/>
                  </a:lnTo>
                  <a:lnTo>
                    <a:pt x="0" y="1146048"/>
                  </a:ln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11245853" y="5616578"/>
            <a:ext cx="292103" cy="577853"/>
            <a:chOff x="22497288" y="11237976"/>
            <a:chExt cx="573024" cy="114604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-1" y="0"/>
              <a:ext cx="573026" cy="1146048"/>
            </a:xfrm>
            <a:custGeom>
              <a:avLst/>
              <a:gdLst/>
              <a:ahLst/>
              <a:cxnLst/>
              <a:rect r="r" b="b" t="t" l="l"/>
              <a:pathLst>
                <a:path h="1146048" w="573026">
                  <a:moveTo>
                    <a:pt x="573026" y="0"/>
                  </a:moveTo>
                  <a:lnTo>
                    <a:pt x="573026" y="1146048"/>
                  </a:lnTo>
                  <a:lnTo>
                    <a:pt x="0" y="1146048"/>
                  </a:lnTo>
                  <a:lnTo>
                    <a:pt x="0" y="0"/>
                  </a:lnTo>
                  <a:lnTo>
                    <a:pt x="573026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54053" y="5619750"/>
            <a:ext cx="10883903" cy="76200"/>
            <a:chOff x="1313688" y="11239500"/>
            <a:chExt cx="21756624" cy="1524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1756625" cy="152400"/>
            </a:xfrm>
            <a:custGeom>
              <a:avLst/>
              <a:gdLst/>
              <a:ahLst/>
              <a:cxnLst/>
              <a:rect r="r" b="b" t="t" l="l"/>
              <a:pathLst>
                <a:path h="152400" w="21756625">
                  <a:moveTo>
                    <a:pt x="21756625" y="0"/>
                  </a:moveTo>
                  <a:lnTo>
                    <a:pt x="21756625" y="152400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2175662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55634" y="5626103"/>
            <a:ext cx="10871197" cy="558803"/>
            <a:chOff x="1313307" y="11256264"/>
            <a:chExt cx="21738336" cy="1109472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738335" cy="1109472"/>
            </a:xfrm>
            <a:custGeom>
              <a:avLst/>
              <a:gdLst/>
              <a:ahLst/>
              <a:cxnLst/>
              <a:rect r="r" b="b" t="t" l="l"/>
              <a:pathLst>
                <a:path h="1109472" w="21738335">
                  <a:moveTo>
                    <a:pt x="21738335" y="0"/>
                  </a:moveTo>
                  <a:lnTo>
                    <a:pt x="21738335" y="1109472"/>
                  </a:lnTo>
                  <a:lnTo>
                    <a:pt x="0" y="1109472"/>
                  </a:lnTo>
                  <a:lnTo>
                    <a:pt x="0" y="0"/>
                  </a:lnTo>
                  <a:lnTo>
                    <a:pt x="2173833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654053" y="6115050"/>
            <a:ext cx="10883903" cy="76200"/>
            <a:chOff x="1313688" y="12230100"/>
            <a:chExt cx="21756624" cy="1524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1756625" cy="152400"/>
            </a:xfrm>
            <a:custGeom>
              <a:avLst/>
              <a:gdLst/>
              <a:ahLst/>
              <a:cxnLst/>
              <a:rect r="r" b="b" t="t" l="l"/>
              <a:pathLst>
                <a:path h="152400" w="21756625">
                  <a:moveTo>
                    <a:pt x="21756625" y="0"/>
                  </a:moveTo>
                  <a:lnTo>
                    <a:pt x="21756625" y="152400"/>
                  </a:lnTo>
                  <a:lnTo>
                    <a:pt x="0" y="152400"/>
                  </a:lnTo>
                  <a:lnTo>
                    <a:pt x="0" y="0"/>
                  </a:lnTo>
                  <a:lnTo>
                    <a:pt x="2175662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757838" y="672303"/>
            <a:ext cx="801815" cy="176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16"/>
              </a:lnSpc>
            </a:pPr>
            <a:r>
              <a:rPr lang="en-US" sz="1011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CONCLUSÃO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661540" y="881872"/>
            <a:ext cx="5070310" cy="564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7"/>
              </a:lnSpc>
            </a:pPr>
            <a:r>
              <a:rPr lang="en-US" sz="3162" spc="60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Por que esta Arquitetura?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2426351" y="1780756"/>
            <a:ext cx="140541" cy="337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97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6029620" y="1780756"/>
            <a:ext cx="140541" cy="337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97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9651654" y="1780756"/>
            <a:ext cx="140541" cy="337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97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822131" y="2398424"/>
            <a:ext cx="1342320" cy="28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3"/>
              </a:lnSpc>
            </a:pPr>
            <a:r>
              <a:rPr lang="en-US" sz="1580" spc="30">
                <a:solidFill>
                  <a:srgbClr val="2A2A2A"/>
                </a:solidFill>
                <a:latin typeface="Open Sans"/>
                <a:ea typeface="Open Sans"/>
                <a:cs typeface="Open Sans"/>
                <a:sym typeface="Open Sans"/>
              </a:rPr>
              <a:t>Humanização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624546" y="2719245"/>
            <a:ext cx="43405" cy="22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661540" y="3703349"/>
            <a:ext cx="2139991" cy="28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3"/>
              </a:lnSpc>
            </a:pPr>
            <a:r>
              <a:rPr lang="en-US" sz="1580" spc="30">
                <a:solidFill>
                  <a:srgbClr val="171717"/>
                </a:solidFill>
                <a:latin typeface="Open Sans"/>
                <a:ea typeface="Open Sans"/>
                <a:cs typeface="Open Sans"/>
                <a:sym typeface="Open Sans"/>
              </a:rPr>
              <a:t>Resumo das Decisões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4445051" y="2398424"/>
            <a:ext cx="1037244" cy="28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3"/>
              </a:lnSpc>
            </a:pPr>
            <a:r>
              <a:rPr lang="en-US" sz="1580" spc="30">
                <a:solidFill>
                  <a:srgbClr val="2A2A2A"/>
                </a:solidFill>
                <a:latin typeface="Open Sans"/>
                <a:ea typeface="Open Sans"/>
                <a:cs typeface="Open Sans"/>
                <a:sym typeface="Open Sans"/>
              </a:rPr>
              <a:t>Resiliência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4293699" y="2719245"/>
            <a:ext cx="43405" cy="22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8067970" y="2398424"/>
            <a:ext cx="1581674" cy="287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3"/>
              </a:lnSpc>
            </a:pPr>
            <a:r>
              <a:rPr lang="en-US" sz="1580" spc="30">
                <a:solidFill>
                  <a:srgbClr val="2A2A2A"/>
                </a:solidFill>
                <a:latin typeface="Open Sans"/>
                <a:ea typeface="Open Sans"/>
                <a:cs typeface="Open Sans"/>
                <a:sym typeface="Open Sans"/>
              </a:rPr>
              <a:t>Ética em Código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8448227" y="2719245"/>
            <a:ext cx="43405" cy="22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898331" y="5033820"/>
            <a:ext cx="7487955" cy="22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Comunicação síncrona (WebSocket) para interação pedagógica e assíncrona (filas) para IA pesada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898331" y="5738670"/>
            <a:ext cx="7906950" cy="22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Anonimização na ingestão traduz em código o compromisso ético com a dignidade das crianças do IMIP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898331" y="4328970"/>
            <a:ext cx="8400631" cy="22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Microsserviços + MVC garantem escalabilidade e separação de responsabilidades com segurança centralizada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766224" y="2859167"/>
            <a:ext cx="3241725" cy="653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WebSocket e eventos em tempo real garantem que nenhuma crise emocional passe despercebida 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4479029" y="2822786"/>
            <a:ext cx="3241725" cy="653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Filas isolam a IA do núcleo sessões continuam offline mesmo com falha de serviço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8004128" y="2822786"/>
            <a:ext cx="3241725" cy="653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264">
                <a:solidFill>
                  <a:srgbClr val="2A2A2A"/>
                </a:solidFill>
                <a:latin typeface="DM Sans"/>
                <a:ea typeface="DM Sans"/>
                <a:cs typeface="DM Sans"/>
                <a:sym typeface="DM Sans"/>
              </a:rPr>
              <a:t>LGPD e ECA não são apenas política estão implementados na camada de ingestão e no modelo de dados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DAHMGD3AY14</dc:identifier>
  <dcterms:modified xsi:type="dcterms:W3CDTF">2011-08-01T06:04:30Z</dcterms:modified>
  <cp:revision>1</cp:revision>
  <dc:title>IMIP_Slide.pdf</dc:title>
</cp:coreProperties>
</file>