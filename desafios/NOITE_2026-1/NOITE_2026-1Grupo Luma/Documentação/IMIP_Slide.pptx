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DM Sans"/>
      <p:regular r:id="rId14"/>
      <p:bold r:id="rId15"/>
      <p:italic r:id="rId16"/>
      <p:boldItalic r:id="rId17"/>
    </p:embeddedFont>
    <p:embeddedFont>
      <p:font typeface="Open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20" Type="http://schemas.openxmlformats.org/officeDocument/2006/relationships/font" Target="fonts/OpenSans-italic.fntdata"/><Relationship Id="rId21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DMSans-bold.fntdata"/><Relationship Id="rId14" Type="http://schemas.openxmlformats.org/officeDocument/2006/relationships/font" Target="fonts/DMSans-regular.fntdata"/><Relationship Id="rId17" Type="http://schemas.openxmlformats.org/officeDocument/2006/relationships/font" Target="fonts/DMSans-boldItalic.fntdata"/><Relationship Id="rId16" Type="http://schemas.openxmlformats.org/officeDocument/2006/relationships/font" Target="fonts/DMSans-italic.fntdata"/><Relationship Id="rId19" Type="http://schemas.openxmlformats.org/officeDocument/2006/relationships/font" Target="fonts/OpenSans-bold.fntdata"/><Relationship Id="rId18" Type="http://schemas.openxmlformats.org/officeDocument/2006/relationships/font" Target="fonts/Open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ea969662a0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ea969662a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ea969662a0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ea969662a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DF9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12.png"/><Relationship Id="rId13" Type="http://schemas.openxmlformats.org/officeDocument/2006/relationships/image" Target="../media/image8.png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20.png"/><Relationship Id="rId15" Type="http://schemas.openxmlformats.org/officeDocument/2006/relationships/image" Target="../media/image10.png"/><Relationship Id="rId14" Type="http://schemas.openxmlformats.org/officeDocument/2006/relationships/image" Target="../media/image18.png"/><Relationship Id="rId17" Type="http://schemas.openxmlformats.org/officeDocument/2006/relationships/image" Target="../media/image14.png"/><Relationship Id="rId16" Type="http://schemas.openxmlformats.org/officeDocument/2006/relationships/image" Target="../media/image3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18" Type="http://schemas.openxmlformats.org/officeDocument/2006/relationships/image" Target="../media/image13.png"/><Relationship Id="rId7" Type="http://schemas.openxmlformats.org/officeDocument/2006/relationships/image" Target="../media/image5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40" Type="http://schemas.openxmlformats.org/officeDocument/2006/relationships/image" Target="../media/image59.png"/><Relationship Id="rId84" Type="http://schemas.openxmlformats.org/officeDocument/2006/relationships/image" Target="../media/image101.png"/><Relationship Id="rId83" Type="http://schemas.openxmlformats.org/officeDocument/2006/relationships/image" Target="../media/image104.png"/><Relationship Id="rId42" Type="http://schemas.openxmlformats.org/officeDocument/2006/relationships/image" Target="../media/image52.png"/><Relationship Id="rId86" Type="http://schemas.openxmlformats.org/officeDocument/2006/relationships/image" Target="../media/image94.png"/><Relationship Id="rId41" Type="http://schemas.openxmlformats.org/officeDocument/2006/relationships/image" Target="../media/image51.png"/><Relationship Id="rId85" Type="http://schemas.openxmlformats.org/officeDocument/2006/relationships/image" Target="../media/image105.png"/><Relationship Id="rId44" Type="http://schemas.openxmlformats.org/officeDocument/2006/relationships/image" Target="../media/image56.png"/><Relationship Id="rId88" Type="http://schemas.openxmlformats.org/officeDocument/2006/relationships/image" Target="../media/image109.png"/><Relationship Id="rId43" Type="http://schemas.openxmlformats.org/officeDocument/2006/relationships/image" Target="../media/image72.png"/><Relationship Id="rId87" Type="http://schemas.openxmlformats.org/officeDocument/2006/relationships/image" Target="../media/image97.png"/><Relationship Id="rId46" Type="http://schemas.openxmlformats.org/officeDocument/2006/relationships/image" Target="../media/image60.png"/><Relationship Id="rId45" Type="http://schemas.openxmlformats.org/officeDocument/2006/relationships/image" Target="../media/image69.png"/><Relationship Id="rId89" Type="http://schemas.openxmlformats.org/officeDocument/2006/relationships/image" Target="../media/image98.png"/><Relationship Id="rId80" Type="http://schemas.openxmlformats.org/officeDocument/2006/relationships/image" Target="../media/image95.png"/><Relationship Id="rId82" Type="http://schemas.openxmlformats.org/officeDocument/2006/relationships/image" Target="../media/image125.png"/><Relationship Id="rId81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Relationship Id="rId48" Type="http://schemas.openxmlformats.org/officeDocument/2006/relationships/image" Target="../media/image70.png"/><Relationship Id="rId47" Type="http://schemas.openxmlformats.org/officeDocument/2006/relationships/image" Target="../media/image58.png"/><Relationship Id="rId49" Type="http://schemas.openxmlformats.org/officeDocument/2006/relationships/image" Target="../media/image71.png"/><Relationship Id="rId5" Type="http://schemas.openxmlformats.org/officeDocument/2006/relationships/image" Target="../media/image19.png"/><Relationship Id="rId6" Type="http://schemas.openxmlformats.org/officeDocument/2006/relationships/image" Target="../media/image23.png"/><Relationship Id="rId7" Type="http://schemas.openxmlformats.org/officeDocument/2006/relationships/image" Target="../media/image44.png"/><Relationship Id="rId8" Type="http://schemas.openxmlformats.org/officeDocument/2006/relationships/image" Target="../media/image27.png"/><Relationship Id="rId73" Type="http://schemas.openxmlformats.org/officeDocument/2006/relationships/image" Target="../media/image82.png"/><Relationship Id="rId72" Type="http://schemas.openxmlformats.org/officeDocument/2006/relationships/image" Target="../media/image103.png"/><Relationship Id="rId31" Type="http://schemas.openxmlformats.org/officeDocument/2006/relationships/image" Target="../media/image48.png"/><Relationship Id="rId75" Type="http://schemas.openxmlformats.org/officeDocument/2006/relationships/image" Target="../media/image92.png"/><Relationship Id="rId30" Type="http://schemas.openxmlformats.org/officeDocument/2006/relationships/image" Target="../media/image45.png"/><Relationship Id="rId74" Type="http://schemas.openxmlformats.org/officeDocument/2006/relationships/image" Target="../media/image99.png"/><Relationship Id="rId33" Type="http://schemas.openxmlformats.org/officeDocument/2006/relationships/image" Target="../media/image49.png"/><Relationship Id="rId77" Type="http://schemas.openxmlformats.org/officeDocument/2006/relationships/image" Target="../media/image85.png"/><Relationship Id="rId32" Type="http://schemas.openxmlformats.org/officeDocument/2006/relationships/image" Target="../media/image74.png"/><Relationship Id="rId76" Type="http://schemas.openxmlformats.org/officeDocument/2006/relationships/image" Target="../media/image93.png"/><Relationship Id="rId35" Type="http://schemas.openxmlformats.org/officeDocument/2006/relationships/image" Target="../media/image67.png"/><Relationship Id="rId79" Type="http://schemas.openxmlformats.org/officeDocument/2006/relationships/image" Target="../media/image91.png"/><Relationship Id="rId34" Type="http://schemas.openxmlformats.org/officeDocument/2006/relationships/image" Target="../media/image63.png"/><Relationship Id="rId78" Type="http://schemas.openxmlformats.org/officeDocument/2006/relationships/image" Target="../media/image88.png"/><Relationship Id="rId71" Type="http://schemas.openxmlformats.org/officeDocument/2006/relationships/image" Target="../media/image87.png"/><Relationship Id="rId70" Type="http://schemas.openxmlformats.org/officeDocument/2006/relationships/image" Target="../media/image83.png"/><Relationship Id="rId37" Type="http://schemas.openxmlformats.org/officeDocument/2006/relationships/image" Target="../media/image47.png"/><Relationship Id="rId36" Type="http://schemas.openxmlformats.org/officeDocument/2006/relationships/image" Target="../media/image57.png"/><Relationship Id="rId39" Type="http://schemas.openxmlformats.org/officeDocument/2006/relationships/image" Target="../media/image54.png"/><Relationship Id="rId38" Type="http://schemas.openxmlformats.org/officeDocument/2006/relationships/image" Target="../media/image53.png"/><Relationship Id="rId62" Type="http://schemas.openxmlformats.org/officeDocument/2006/relationships/image" Target="../media/image107.png"/><Relationship Id="rId61" Type="http://schemas.openxmlformats.org/officeDocument/2006/relationships/image" Target="../media/image102.png"/><Relationship Id="rId20" Type="http://schemas.openxmlformats.org/officeDocument/2006/relationships/image" Target="../media/image30.png"/><Relationship Id="rId64" Type="http://schemas.openxmlformats.org/officeDocument/2006/relationships/image" Target="../media/image73.png"/><Relationship Id="rId63" Type="http://schemas.openxmlformats.org/officeDocument/2006/relationships/image" Target="../media/image77.png"/><Relationship Id="rId22" Type="http://schemas.openxmlformats.org/officeDocument/2006/relationships/image" Target="../media/image33.png"/><Relationship Id="rId66" Type="http://schemas.openxmlformats.org/officeDocument/2006/relationships/image" Target="../media/image84.png"/><Relationship Id="rId21" Type="http://schemas.openxmlformats.org/officeDocument/2006/relationships/image" Target="../media/image34.png"/><Relationship Id="rId65" Type="http://schemas.openxmlformats.org/officeDocument/2006/relationships/image" Target="../media/image81.png"/><Relationship Id="rId24" Type="http://schemas.openxmlformats.org/officeDocument/2006/relationships/image" Target="../media/image40.png"/><Relationship Id="rId68" Type="http://schemas.openxmlformats.org/officeDocument/2006/relationships/image" Target="../media/image90.png"/><Relationship Id="rId23" Type="http://schemas.openxmlformats.org/officeDocument/2006/relationships/image" Target="../media/image39.png"/><Relationship Id="rId67" Type="http://schemas.openxmlformats.org/officeDocument/2006/relationships/image" Target="../media/image86.png"/><Relationship Id="rId60" Type="http://schemas.openxmlformats.org/officeDocument/2006/relationships/image" Target="../media/image78.png"/><Relationship Id="rId26" Type="http://schemas.openxmlformats.org/officeDocument/2006/relationships/image" Target="../media/image42.png"/><Relationship Id="rId25" Type="http://schemas.openxmlformats.org/officeDocument/2006/relationships/image" Target="../media/image43.png"/><Relationship Id="rId69" Type="http://schemas.openxmlformats.org/officeDocument/2006/relationships/image" Target="../media/image111.png"/><Relationship Id="rId28" Type="http://schemas.openxmlformats.org/officeDocument/2006/relationships/image" Target="../media/image38.png"/><Relationship Id="rId27" Type="http://schemas.openxmlformats.org/officeDocument/2006/relationships/image" Target="../media/image41.png"/><Relationship Id="rId29" Type="http://schemas.openxmlformats.org/officeDocument/2006/relationships/image" Target="../media/image50.png"/><Relationship Id="rId51" Type="http://schemas.openxmlformats.org/officeDocument/2006/relationships/image" Target="../media/image62.png"/><Relationship Id="rId50" Type="http://schemas.openxmlformats.org/officeDocument/2006/relationships/image" Target="../media/image61.png"/><Relationship Id="rId94" Type="http://schemas.openxmlformats.org/officeDocument/2006/relationships/image" Target="../media/image106.png"/><Relationship Id="rId53" Type="http://schemas.openxmlformats.org/officeDocument/2006/relationships/image" Target="../media/image68.png"/><Relationship Id="rId52" Type="http://schemas.openxmlformats.org/officeDocument/2006/relationships/image" Target="../media/image75.png"/><Relationship Id="rId11" Type="http://schemas.openxmlformats.org/officeDocument/2006/relationships/image" Target="../media/image22.png"/><Relationship Id="rId55" Type="http://schemas.openxmlformats.org/officeDocument/2006/relationships/image" Target="../media/image80.png"/><Relationship Id="rId10" Type="http://schemas.openxmlformats.org/officeDocument/2006/relationships/image" Target="../media/image21.png"/><Relationship Id="rId54" Type="http://schemas.openxmlformats.org/officeDocument/2006/relationships/image" Target="../media/image65.png"/><Relationship Id="rId13" Type="http://schemas.openxmlformats.org/officeDocument/2006/relationships/image" Target="../media/image35.png"/><Relationship Id="rId57" Type="http://schemas.openxmlformats.org/officeDocument/2006/relationships/image" Target="../media/image66.png"/><Relationship Id="rId12" Type="http://schemas.openxmlformats.org/officeDocument/2006/relationships/image" Target="../media/image37.png"/><Relationship Id="rId56" Type="http://schemas.openxmlformats.org/officeDocument/2006/relationships/image" Target="../media/image64.png"/><Relationship Id="rId91" Type="http://schemas.openxmlformats.org/officeDocument/2006/relationships/image" Target="../media/image96.png"/><Relationship Id="rId90" Type="http://schemas.openxmlformats.org/officeDocument/2006/relationships/image" Target="../media/image110.png"/><Relationship Id="rId93" Type="http://schemas.openxmlformats.org/officeDocument/2006/relationships/image" Target="../media/image128.png"/><Relationship Id="rId92" Type="http://schemas.openxmlformats.org/officeDocument/2006/relationships/image" Target="../media/image113.png"/><Relationship Id="rId15" Type="http://schemas.openxmlformats.org/officeDocument/2006/relationships/image" Target="../media/image31.png"/><Relationship Id="rId59" Type="http://schemas.openxmlformats.org/officeDocument/2006/relationships/image" Target="../media/image76.png"/><Relationship Id="rId14" Type="http://schemas.openxmlformats.org/officeDocument/2006/relationships/image" Target="../media/image32.png"/><Relationship Id="rId58" Type="http://schemas.openxmlformats.org/officeDocument/2006/relationships/image" Target="../media/image79.png"/><Relationship Id="rId17" Type="http://schemas.openxmlformats.org/officeDocument/2006/relationships/image" Target="../media/image55.png"/><Relationship Id="rId16" Type="http://schemas.openxmlformats.org/officeDocument/2006/relationships/image" Target="../media/image25.png"/><Relationship Id="rId19" Type="http://schemas.openxmlformats.org/officeDocument/2006/relationships/image" Target="../media/image46.png"/><Relationship Id="rId18" Type="http://schemas.openxmlformats.org/officeDocument/2006/relationships/image" Target="../media/image3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24.png"/><Relationship Id="rId9" Type="http://schemas.openxmlformats.org/officeDocument/2006/relationships/image" Target="../media/image138.png"/><Relationship Id="rId5" Type="http://schemas.openxmlformats.org/officeDocument/2006/relationships/image" Target="../media/image112.png"/><Relationship Id="rId6" Type="http://schemas.openxmlformats.org/officeDocument/2006/relationships/image" Target="../media/image100.png"/><Relationship Id="rId7" Type="http://schemas.openxmlformats.org/officeDocument/2006/relationships/image" Target="../media/image108.png"/><Relationship Id="rId8" Type="http://schemas.openxmlformats.org/officeDocument/2006/relationships/image" Target="../media/image1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24.png"/><Relationship Id="rId9" Type="http://schemas.openxmlformats.org/officeDocument/2006/relationships/image" Target="../media/image122.png"/><Relationship Id="rId5" Type="http://schemas.openxmlformats.org/officeDocument/2006/relationships/image" Target="../media/image114.png"/><Relationship Id="rId6" Type="http://schemas.openxmlformats.org/officeDocument/2006/relationships/image" Target="../media/image115.png"/><Relationship Id="rId7" Type="http://schemas.openxmlformats.org/officeDocument/2006/relationships/image" Target="../media/image134.png"/><Relationship Id="rId8" Type="http://schemas.openxmlformats.org/officeDocument/2006/relationships/image" Target="../media/image129.png"/><Relationship Id="rId20" Type="http://schemas.openxmlformats.org/officeDocument/2006/relationships/image" Target="../media/image126.png"/><Relationship Id="rId22" Type="http://schemas.openxmlformats.org/officeDocument/2006/relationships/image" Target="../media/image136.png"/><Relationship Id="rId21" Type="http://schemas.openxmlformats.org/officeDocument/2006/relationships/image" Target="../media/image133.png"/><Relationship Id="rId11" Type="http://schemas.openxmlformats.org/officeDocument/2006/relationships/image" Target="../media/image119.png"/><Relationship Id="rId10" Type="http://schemas.openxmlformats.org/officeDocument/2006/relationships/image" Target="../media/image120.png"/><Relationship Id="rId13" Type="http://schemas.openxmlformats.org/officeDocument/2006/relationships/image" Target="../media/image116.png"/><Relationship Id="rId12" Type="http://schemas.openxmlformats.org/officeDocument/2006/relationships/image" Target="../media/image123.png"/><Relationship Id="rId15" Type="http://schemas.openxmlformats.org/officeDocument/2006/relationships/image" Target="../media/image117.png"/><Relationship Id="rId14" Type="http://schemas.openxmlformats.org/officeDocument/2006/relationships/image" Target="../media/image124.png"/><Relationship Id="rId17" Type="http://schemas.openxmlformats.org/officeDocument/2006/relationships/image" Target="../media/image130.png"/><Relationship Id="rId16" Type="http://schemas.openxmlformats.org/officeDocument/2006/relationships/image" Target="../media/image127.png"/><Relationship Id="rId19" Type="http://schemas.openxmlformats.org/officeDocument/2006/relationships/image" Target="../media/image137.png"/><Relationship Id="rId18" Type="http://schemas.openxmlformats.org/officeDocument/2006/relationships/image" Target="../media/image1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2.png"/><Relationship Id="rId4" Type="http://schemas.openxmlformats.org/officeDocument/2006/relationships/image" Target="../media/image13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qQYsIKWkYDuZh4ZMrjeEJ5hFKYQt-kBQ/view" TargetMode="External"/><Relationship Id="rId4" Type="http://schemas.openxmlformats.org/officeDocument/2006/relationships/image" Target="../media/image1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5206425" y="5949947"/>
            <a:ext cx="44453" cy="495306"/>
          </a:xfrm>
          <a:custGeom>
            <a:rect b="b" l="l" r="r" t="t"/>
            <a:pathLst>
              <a:path extrusionOk="0" h="254003" w="44453">
                <a:moveTo>
                  <a:pt x="0" y="0"/>
                </a:moveTo>
                <a:lnTo>
                  <a:pt x="44453" y="0"/>
                </a:lnTo>
                <a:lnTo>
                  <a:pt x="44453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-637284" y="-101361"/>
            <a:ext cx="44453" cy="254003"/>
          </a:xfrm>
          <a:custGeom>
            <a:rect b="b" l="l" r="r" t="t"/>
            <a:pathLst>
              <a:path extrusionOk="0" h="499872" w="79248">
                <a:moveTo>
                  <a:pt x="79248" y="0"/>
                </a:moveTo>
                <a:lnTo>
                  <a:pt x="79248" y="499872"/>
                </a:lnTo>
                <a:lnTo>
                  <a:pt x="0" y="499872"/>
                </a:lnTo>
                <a:lnTo>
                  <a:pt x="0" y="0"/>
                </a:lnTo>
                <a:lnTo>
                  <a:pt x="79248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86" name="Google Shape;86;p13"/>
          <p:cNvSpPr txBox="1"/>
          <p:nvPr/>
        </p:nvSpPr>
        <p:spPr>
          <a:xfrm>
            <a:off x="5233540" y="1830021"/>
            <a:ext cx="6792300" cy="3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8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941" u="none" cap="none" strike="noStrike">
                <a:solidFill>
                  <a:srgbClr val="171717"/>
                </a:solidFill>
                <a:latin typeface="Open Sans"/>
                <a:ea typeface="Open Sans"/>
                <a:cs typeface="Open Sans"/>
                <a:sym typeface="Open Sans"/>
              </a:rPr>
              <a:t>Arquitetura de Software</a:t>
            </a:r>
            <a:endParaRPr sz="300"/>
          </a:p>
          <a:p>
            <a:pPr indent="0" lvl="0" marL="0" marR="0" rtl="0" algn="l">
              <a:lnSpc>
                <a:spcPct val="118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34">
                <a:solidFill>
                  <a:srgbClr val="171717"/>
                </a:solidFill>
                <a:latin typeface="Open Sans"/>
                <a:ea typeface="Open Sans"/>
                <a:cs typeface="Open Sans"/>
                <a:sym typeface="Open Sans"/>
              </a:rPr>
              <a:t>Projeto de Alfabetização do </a:t>
            </a:r>
            <a:r>
              <a:rPr b="0" i="0" lang="en-US" sz="3634" u="none" cap="none" strike="noStrike">
                <a:solidFill>
                  <a:srgbClr val="171717"/>
                </a:solidFill>
                <a:latin typeface="Open Sans"/>
                <a:ea typeface="Open Sans"/>
                <a:cs typeface="Open Sans"/>
                <a:sym typeface="Open Sans"/>
              </a:rPr>
              <a:t>IMIP | Alfabê</a:t>
            </a:r>
            <a:endParaRPr sz="300"/>
          </a:p>
        </p:txBody>
      </p:sp>
      <p:sp>
        <p:nvSpPr>
          <p:cNvPr id="87" name="Google Shape;87;p13"/>
          <p:cNvSpPr txBox="1"/>
          <p:nvPr/>
        </p:nvSpPr>
        <p:spPr>
          <a:xfrm>
            <a:off x="6115498" y="6082370"/>
            <a:ext cx="40862" cy="213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0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460654" y="5929970"/>
            <a:ext cx="67314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90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Giovanna Lima · João Batista Moraes · João Victor Carlos de Lima · Luma Rodrigues · Lucas Roberto</a:t>
            </a:r>
            <a:endParaRPr sz="1700"/>
          </a:p>
        </p:txBody>
      </p:sp>
      <p:pic>
        <p:nvPicPr>
          <p:cNvPr id="89" name="Google Shape;8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295400"/>
            <a:ext cx="4928740" cy="4571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654053" y="300609"/>
            <a:ext cx="977903" cy="330203"/>
          </a:xfrm>
          <a:custGeom>
            <a:rect b="b" l="l" r="r" t="t"/>
            <a:pathLst>
              <a:path extrusionOk="0" h="330203" w="977903">
                <a:moveTo>
                  <a:pt x="0" y="0"/>
                </a:moveTo>
                <a:lnTo>
                  <a:pt x="977903" y="0"/>
                </a:lnTo>
                <a:lnTo>
                  <a:pt x="977903" y="330203"/>
                </a:lnTo>
                <a:lnTo>
                  <a:pt x="0" y="3302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4"/>
          <p:cNvSpPr/>
          <p:nvPr/>
        </p:nvSpPr>
        <p:spPr>
          <a:xfrm>
            <a:off x="-6568" y="-16268"/>
            <a:ext cx="977174" cy="329397"/>
          </a:xfrm>
          <a:custGeom>
            <a:rect b="b" l="l" r="r" t="t"/>
            <a:pathLst>
              <a:path extrusionOk="0" h="652272" w="1944624">
                <a:moveTo>
                  <a:pt x="1944624" y="0"/>
                </a:moveTo>
                <a:lnTo>
                  <a:pt x="1944624" y="652272"/>
                </a:lnTo>
                <a:lnTo>
                  <a:pt x="0" y="652272"/>
                </a:lnTo>
                <a:lnTo>
                  <a:pt x="0" y="0"/>
                </a:lnTo>
                <a:lnTo>
                  <a:pt x="194462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96" name="Google Shape;96;p14"/>
          <p:cNvSpPr txBox="1"/>
          <p:nvPr/>
        </p:nvSpPr>
        <p:spPr>
          <a:xfrm>
            <a:off x="750830" y="367973"/>
            <a:ext cx="8109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0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CONTEXTO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61538" y="590425"/>
            <a:ext cx="10974000" cy="13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20" u="none" cap="none" strike="noStrike">
                <a:solidFill>
                  <a:srgbClr val="171717"/>
                </a:solidFill>
                <a:latin typeface="Open Sans"/>
                <a:ea typeface="Open Sans"/>
                <a:cs typeface="Open Sans"/>
                <a:sym typeface="Open Sans"/>
              </a:rPr>
              <a:t>O Problema que Resolvemos</a:t>
            </a:r>
            <a:endParaRPr/>
          </a:p>
          <a:p>
            <a:pPr indent="0" lvl="0" marL="0" marR="0" rtl="0" algn="l">
              <a:lnSpc>
                <a:spcPct val="1392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88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Crianças em internação hospitalar </a:t>
            </a:r>
            <a:r>
              <a:rPr lang="en-US" sz="1488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precisam de cuidado</a:t>
            </a:r>
            <a:r>
              <a:rPr b="0" i="0" lang="en-US" sz="1488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emocional e pedagógico contínuo. A ausência de ferramentas digitais adequadas interrompe o desenvolvimento, agrava o isolamento e sobrecarrega professores e equipe de saúde.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60879" y="2176003"/>
            <a:ext cx="11084400" cy="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1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9" u="none" cap="none" strike="noStrike">
                <a:solidFill>
                  <a:srgbClr val="171717"/>
                </a:solidFill>
                <a:latin typeface="Open Sans"/>
                <a:ea typeface="Open Sans"/>
                <a:cs typeface="Open Sans"/>
                <a:sym typeface="Open Sans"/>
              </a:rPr>
              <a:t>Nossa Missão Técnica</a:t>
            </a:r>
            <a:endParaRPr/>
          </a:p>
          <a:p>
            <a:pPr indent="0" lvl="0" marL="0" marR="0" rtl="0" algn="l">
              <a:lnSpc>
                <a:spcPct val="136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88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Construir uma plataforma que </a:t>
            </a:r>
            <a:r>
              <a:rPr b="1" i="0" lang="en-US" sz="1488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humanize o cuidado</a:t>
            </a:r>
            <a:r>
              <a:rPr b="0" i="0" lang="en-US" sz="1488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88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por meio</a:t>
            </a:r>
            <a:r>
              <a:rPr b="0" i="0" lang="en-US" sz="1488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de tecnologia: sessões pedagógicas em tempo real, narrativas geradas por IA e proteção total dos dados de crianças e adolescentes tudo em conformidade com a LGPD e o ECA.</a:t>
            </a:r>
            <a:endParaRPr/>
          </a:p>
        </p:txBody>
      </p:sp>
      <p:pic>
        <p:nvPicPr>
          <p:cNvPr id="99" name="Google Shape;9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134" y="3193675"/>
            <a:ext cx="11115717" cy="3681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/>
          <p:nvPr/>
        </p:nvSpPr>
        <p:spPr>
          <a:xfrm>
            <a:off x="654682" y="638175"/>
            <a:ext cx="1098547" cy="304800"/>
          </a:xfrm>
          <a:custGeom>
            <a:rect b="b" l="l" r="r" t="t"/>
            <a:pathLst>
              <a:path extrusionOk="0" h="304800" w="1098547">
                <a:moveTo>
                  <a:pt x="0" y="0"/>
                </a:moveTo>
                <a:lnTo>
                  <a:pt x="1098547" y="0"/>
                </a:lnTo>
                <a:lnTo>
                  <a:pt x="1098547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15"/>
          <p:cNvSpPr/>
          <p:nvPr/>
        </p:nvSpPr>
        <p:spPr>
          <a:xfrm>
            <a:off x="653910" y="2008156"/>
            <a:ext cx="6350003" cy="1212847"/>
          </a:xfrm>
          <a:custGeom>
            <a:rect b="b" l="l" r="r" t="t"/>
            <a:pathLst>
              <a:path extrusionOk="0" h="1212847" w="6350003">
                <a:moveTo>
                  <a:pt x="0" y="0"/>
                </a:moveTo>
                <a:lnTo>
                  <a:pt x="6350003" y="0"/>
                </a:lnTo>
                <a:lnTo>
                  <a:pt x="6350003" y="1212847"/>
                </a:lnTo>
                <a:lnTo>
                  <a:pt x="0" y="12128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15"/>
          <p:cNvSpPr/>
          <p:nvPr/>
        </p:nvSpPr>
        <p:spPr>
          <a:xfrm>
            <a:off x="655577" y="2000250"/>
            <a:ext cx="6356318" cy="76200"/>
          </a:xfrm>
          <a:custGeom>
            <a:rect b="b" l="l" r="r" t="t"/>
            <a:pathLst>
              <a:path extrusionOk="0" h="101600" w="8475091">
                <a:moveTo>
                  <a:pt x="0" y="0"/>
                </a:moveTo>
                <a:lnTo>
                  <a:pt x="8475091" y="0"/>
                </a:lnTo>
                <a:lnTo>
                  <a:pt x="8475091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15"/>
          <p:cNvSpPr/>
          <p:nvPr/>
        </p:nvSpPr>
        <p:spPr>
          <a:xfrm>
            <a:off x="655577" y="3152775"/>
            <a:ext cx="6356318" cy="76200"/>
          </a:xfrm>
          <a:custGeom>
            <a:rect b="b" l="l" r="r" t="t"/>
            <a:pathLst>
              <a:path extrusionOk="0" h="101600" w="8475091">
                <a:moveTo>
                  <a:pt x="0" y="0"/>
                </a:moveTo>
                <a:lnTo>
                  <a:pt x="8475091" y="0"/>
                </a:lnTo>
                <a:lnTo>
                  <a:pt x="8475091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15"/>
          <p:cNvSpPr/>
          <p:nvPr/>
        </p:nvSpPr>
        <p:spPr>
          <a:xfrm>
            <a:off x="6987483" y="1998659"/>
            <a:ext cx="25431" cy="1231868"/>
          </a:xfrm>
          <a:custGeom>
            <a:rect b="b" l="l" r="r" t="t"/>
            <a:pathLst>
              <a:path extrusionOk="0" h="1642491" w="33909">
                <a:moveTo>
                  <a:pt x="0" y="0"/>
                </a:moveTo>
                <a:lnTo>
                  <a:pt x="33909" y="0"/>
                </a:lnTo>
                <a:lnTo>
                  <a:pt x="33909" y="1642491"/>
                </a:lnTo>
                <a:lnTo>
                  <a:pt x="0" y="16424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2" l="0" r="112" t="0"/>
            </a:stretch>
          </a:blipFill>
          <a:ln>
            <a:noFill/>
          </a:ln>
        </p:spPr>
      </p:sp>
      <p:sp>
        <p:nvSpPr>
          <p:cNvPr id="109" name="Google Shape;109;p15"/>
          <p:cNvSpPr/>
          <p:nvPr/>
        </p:nvSpPr>
        <p:spPr>
          <a:xfrm>
            <a:off x="638175" y="1997326"/>
            <a:ext cx="76200" cy="1231897"/>
          </a:xfrm>
          <a:custGeom>
            <a:rect b="b" l="l" r="r" t="t"/>
            <a:pathLst>
              <a:path extrusionOk="0" h="1231897" w="76200">
                <a:moveTo>
                  <a:pt x="0" y="0"/>
                </a:moveTo>
                <a:lnTo>
                  <a:pt x="76200" y="0"/>
                </a:lnTo>
                <a:lnTo>
                  <a:pt x="76200" y="1231897"/>
                </a:lnTo>
                <a:lnTo>
                  <a:pt x="0" y="12318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15"/>
          <p:cNvSpPr/>
          <p:nvPr/>
        </p:nvSpPr>
        <p:spPr>
          <a:xfrm>
            <a:off x="653910" y="3408331"/>
            <a:ext cx="6350003" cy="1212847"/>
          </a:xfrm>
          <a:custGeom>
            <a:rect b="b" l="l" r="r" t="t"/>
            <a:pathLst>
              <a:path extrusionOk="0" h="1212847" w="6350003">
                <a:moveTo>
                  <a:pt x="0" y="0"/>
                </a:moveTo>
                <a:lnTo>
                  <a:pt x="6350003" y="0"/>
                </a:lnTo>
                <a:lnTo>
                  <a:pt x="6350003" y="1212847"/>
                </a:lnTo>
                <a:lnTo>
                  <a:pt x="0" y="12128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15"/>
          <p:cNvSpPr/>
          <p:nvPr/>
        </p:nvSpPr>
        <p:spPr>
          <a:xfrm>
            <a:off x="655577" y="3400425"/>
            <a:ext cx="6356318" cy="76200"/>
          </a:xfrm>
          <a:custGeom>
            <a:rect b="b" l="l" r="r" t="t"/>
            <a:pathLst>
              <a:path extrusionOk="0" h="101600" w="8475091">
                <a:moveTo>
                  <a:pt x="0" y="0"/>
                </a:moveTo>
                <a:lnTo>
                  <a:pt x="8475091" y="0"/>
                </a:lnTo>
                <a:lnTo>
                  <a:pt x="8475091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15"/>
          <p:cNvSpPr/>
          <p:nvPr/>
        </p:nvSpPr>
        <p:spPr>
          <a:xfrm>
            <a:off x="655577" y="4552950"/>
            <a:ext cx="6356318" cy="76200"/>
          </a:xfrm>
          <a:custGeom>
            <a:rect b="b" l="l" r="r" t="t"/>
            <a:pathLst>
              <a:path extrusionOk="0" h="101600" w="8475091">
                <a:moveTo>
                  <a:pt x="0" y="0"/>
                </a:moveTo>
                <a:lnTo>
                  <a:pt x="8475091" y="0"/>
                </a:lnTo>
                <a:lnTo>
                  <a:pt x="8475091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15"/>
          <p:cNvSpPr/>
          <p:nvPr/>
        </p:nvSpPr>
        <p:spPr>
          <a:xfrm>
            <a:off x="6987483" y="3398834"/>
            <a:ext cx="25431" cy="1231868"/>
          </a:xfrm>
          <a:custGeom>
            <a:rect b="b" l="l" r="r" t="t"/>
            <a:pathLst>
              <a:path extrusionOk="0" h="1642491" w="33909">
                <a:moveTo>
                  <a:pt x="0" y="0"/>
                </a:moveTo>
                <a:lnTo>
                  <a:pt x="33909" y="0"/>
                </a:lnTo>
                <a:lnTo>
                  <a:pt x="33909" y="1642491"/>
                </a:lnTo>
                <a:lnTo>
                  <a:pt x="0" y="16424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-2" l="0" r="112" t="0"/>
            </a:stretch>
          </a:blipFill>
          <a:ln>
            <a:noFill/>
          </a:ln>
        </p:spPr>
      </p:sp>
      <p:sp>
        <p:nvSpPr>
          <p:cNvPr id="114" name="Google Shape;114;p15"/>
          <p:cNvSpPr/>
          <p:nvPr/>
        </p:nvSpPr>
        <p:spPr>
          <a:xfrm>
            <a:off x="638175" y="3397501"/>
            <a:ext cx="76200" cy="1231897"/>
          </a:xfrm>
          <a:custGeom>
            <a:rect b="b" l="l" r="r" t="t"/>
            <a:pathLst>
              <a:path extrusionOk="0" h="1231897" w="76200">
                <a:moveTo>
                  <a:pt x="0" y="0"/>
                </a:moveTo>
                <a:lnTo>
                  <a:pt x="76200" y="0"/>
                </a:lnTo>
                <a:lnTo>
                  <a:pt x="76200" y="1231897"/>
                </a:lnTo>
                <a:lnTo>
                  <a:pt x="0" y="12318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5"/>
          <p:cNvSpPr/>
          <p:nvPr/>
        </p:nvSpPr>
        <p:spPr>
          <a:xfrm>
            <a:off x="653910" y="4808506"/>
            <a:ext cx="6350003" cy="1212847"/>
          </a:xfrm>
          <a:custGeom>
            <a:rect b="b" l="l" r="r" t="t"/>
            <a:pathLst>
              <a:path extrusionOk="0" h="1212847" w="6350003">
                <a:moveTo>
                  <a:pt x="0" y="0"/>
                </a:moveTo>
                <a:lnTo>
                  <a:pt x="6350003" y="0"/>
                </a:lnTo>
                <a:lnTo>
                  <a:pt x="6350003" y="1212847"/>
                </a:lnTo>
                <a:lnTo>
                  <a:pt x="0" y="12128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6" name="Google Shape;116;p15"/>
          <p:cNvSpPr/>
          <p:nvPr/>
        </p:nvSpPr>
        <p:spPr>
          <a:xfrm>
            <a:off x="655577" y="4800600"/>
            <a:ext cx="6356318" cy="76200"/>
          </a:xfrm>
          <a:custGeom>
            <a:rect b="b" l="l" r="r" t="t"/>
            <a:pathLst>
              <a:path extrusionOk="0" h="101600" w="8475091">
                <a:moveTo>
                  <a:pt x="0" y="0"/>
                </a:moveTo>
                <a:lnTo>
                  <a:pt x="8475091" y="0"/>
                </a:lnTo>
                <a:lnTo>
                  <a:pt x="8475091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15"/>
          <p:cNvSpPr/>
          <p:nvPr/>
        </p:nvSpPr>
        <p:spPr>
          <a:xfrm>
            <a:off x="655577" y="5953125"/>
            <a:ext cx="6356318" cy="76200"/>
          </a:xfrm>
          <a:custGeom>
            <a:rect b="b" l="l" r="r" t="t"/>
            <a:pathLst>
              <a:path extrusionOk="0" h="101600" w="8475091">
                <a:moveTo>
                  <a:pt x="0" y="0"/>
                </a:moveTo>
                <a:lnTo>
                  <a:pt x="8475091" y="0"/>
                </a:lnTo>
                <a:lnTo>
                  <a:pt x="8475091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15"/>
          <p:cNvSpPr/>
          <p:nvPr/>
        </p:nvSpPr>
        <p:spPr>
          <a:xfrm>
            <a:off x="6987483" y="4799009"/>
            <a:ext cx="25431" cy="1231868"/>
          </a:xfrm>
          <a:custGeom>
            <a:rect b="b" l="l" r="r" t="t"/>
            <a:pathLst>
              <a:path extrusionOk="0" h="1642491" w="33909">
                <a:moveTo>
                  <a:pt x="0" y="0"/>
                </a:moveTo>
                <a:lnTo>
                  <a:pt x="33909" y="0"/>
                </a:lnTo>
                <a:lnTo>
                  <a:pt x="33909" y="1642491"/>
                </a:lnTo>
                <a:lnTo>
                  <a:pt x="0" y="16424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-2" l="0" r="112" t="0"/>
            </a:stretch>
          </a:blipFill>
          <a:ln>
            <a:noFill/>
          </a:ln>
        </p:spPr>
      </p:sp>
      <p:sp>
        <p:nvSpPr>
          <p:cNvPr id="119" name="Google Shape;119;p15"/>
          <p:cNvSpPr/>
          <p:nvPr/>
        </p:nvSpPr>
        <p:spPr>
          <a:xfrm>
            <a:off x="638175" y="4797676"/>
            <a:ext cx="76200" cy="1231897"/>
          </a:xfrm>
          <a:custGeom>
            <a:rect b="b" l="l" r="r" t="t"/>
            <a:pathLst>
              <a:path extrusionOk="0" h="1231897" w="76200">
                <a:moveTo>
                  <a:pt x="0" y="0"/>
                </a:moveTo>
                <a:lnTo>
                  <a:pt x="76200" y="0"/>
                </a:lnTo>
                <a:lnTo>
                  <a:pt x="76200" y="1231897"/>
                </a:lnTo>
                <a:lnTo>
                  <a:pt x="0" y="12318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15"/>
          <p:cNvSpPr/>
          <p:nvPr/>
        </p:nvSpPr>
        <p:spPr>
          <a:xfrm>
            <a:off x="7324534" y="1807969"/>
            <a:ext cx="4343400" cy="4413247"/>
          </a:xfrm>
          <a:custGeom>
            <a:rect b="b" l="l" r="r" t="t"/>
            <a:pathLst>
              <a:path extrusionOk="0" h="4413247" w="4343400">
                <a:moveTo>
                  <a:pt x="0" y="0"/>
                </a:moveTo>
                <a:lnTo>
                  <a:pt x="4343400" y="0"/>
                </a:lnTo>
                <a:lnTo>
                  <a:pt x="4343400" y="4413247"/>
                </a:lnTo>
                <a:lnTo>
                  <a:pt x="0" y="44132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15"/>
          <p:cNvSpPr/>
          <p:nvPr/>
        </p:nvSpPr>
        <p:spPr>
          <a:xfrm>
            <a:off x="7540628" y="3277510"/>
            <a:ext cx="63503" cy="63503"/>
          </a:xfrm>
          <a:custGeom>
            <a:rect b="b" l="l" r="r" t="t"/>
            <a:pathLst>
              <a:path extrusionOk="0" h="63503" w="63503">
                <a:moveTo>
                  <a:pt x="0" y="0"/>
                </a:moveTo>
                <a:lnTo>
                  <a:pt x="63503" y="0"/>
                </a:lnTo>
                <a:lnTo>
                  <a:pt x="63503" y="63503"/>
                </a:lnTo>
                <a:lnTo>
                  <a:pt x="0" y="635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15"/>
          <p:cNvSpPr/>
          <p:nvPr/>
        </p:nvSpPr>
        <p:spPr>
          <a:xfrm>
            <a:off x="7540628" y="4020460"/>
            <a:ext cx="63503" cy="63503"/>
          </a:xfrm>
          <a:custGeom>
            <a:rect b="b" l="l" r="r" t="t"/>
            <a:pathLst>
              <a:path extrusionOk="0" h="63503" w="63503">
                <a:moveTo>
                  <a:pt x="0" y="0"/>
                </a:moveTo>
                <a:lnTo>
                  <a:pt x="63503" y="0"/>
                </a:lnTo>
                <a:lnTo>
                  <a:pt x="63503" y="63503"/>
                </a:lnTo>
                <a:lnTo>
                  <a:pt x="0" y="635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15"/>
          <p:cNvSpPr/>
          <p:nvPr/>
        </p:nvSpPr>
        <p:spPr>
          <a:xfrm>
            <a:off x="7540628" y="4760689"/>
            <a:ext cx="63503" cy="63503"/>
          </a:xfrm>
          <a:custGeom>
            <a:rect b="b" l="l" r="r" t="t"/>
            <a:pathLst>
              <a:path extrusionOk="0" h="63503" w="63503">
                <a:moveTo>
                  <a:pt x="0" y="0"/>
                </a:moveTo>
                <a:lnTo>
                  <a:pt x="63503" y="0"/>
                </a:lnTo>
                <a:lnTo>
                  <a:pt x="63503" y="63503"/>
                </a:lnTo>
                <a:lnTo>
                  <a:pt x="0" y="635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15"/>
          <p:cNvSpPr/>
          <p:nvPr/>
        </p:nvSpPr>
        <p:spPr>
          <a:xfrm>
            <a:off x="7540628" y="5490032"/>
            <a:ext cx="63503" cy="63503"/>
          </a:xfrm>
          <a:custGeom>
            <a:rect b="b" l="l" r="r" t="t"/>
            <a:pathLst>
              <a:path extrusionOk="0" h="63503" w="63503">
                <a:moveTo>
                  <a:pt x="0" y="0"/>
                </a:moveTo>
                <a:lnTo>
                  <a:pt x="63503" y="0"/>
                </a:lnTo>
                <a:lnTo>
                  <a:pt x="63503" y="63503"/>
                </a:lnTo>
                <a:lnTo>
                  <a:pt x="0" y="635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p15"/>
          <p:cNvSpPr/>
          <p:nvPr/>
        </p:nvSpPr>
        <p:spPr>
          <a:xfrm>
            <a:off x="-1396" y="0"/>
            <a:ext cx="1098547" cy="304800"/>
          </a:xfrm>
          <a:custGeom>
            <a:rect b="b" l="l" r="r" t="t"/>
            <a:pathLst>
              <a:path extrusionOk="0" h="609600" w="2194560">
                <a:moveTo>
                  <a:pt x="2194560" y="0"/>
                </a:moveTo>
                <a:lnTo>
                  <a:pt x="2194560" y="609600"/>
                </a:lnTo>
                <a:lnTo>
                  <a:pt x="0" y="609600"/>
                </a:lnTo>
                <a:lnTo>
                  <a:pt x="0" y="0"/>
                </a:lnTo>
                <a:lnTo>
                  <a:pt x="219456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26" name="Google Shape;126;p15"/>
          <p:cNvSpPr/>
          <p:nvPr/>
        </p:nvSpPr>
        <p:spPr>
          <a:xfrm>
            <a:off x="0" y="-1077"/>
            <a:ext cx="76200" cy="1231897"/>
          </a:xfrm>
          <a:custGeom>
            <a:rect b="b" l="l" r="r" t="t"/>
            <a:pathLst>
              <a:path extrusionOk="0" h="2462784" w="152400">
                <a:moveTo>
                  <a:pt x="152400" y="0"/>
                </a:moveTo>
                <a:lnTo>
                  <a:pt x="152400" y="2462784"/>
                </a:lnTo>
                <a:lnTo>
                  <a:pt x="0" y="2462784"/>
                </a:lnTo>
                <a:lnTo>
                  <a:pt x="0" y="0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27" name="Google Shape;127;p15"/>
          <p:cNvSpPr/>
          <p:nvPr/>
        </p:nvSpPr>
        <p:spPr>
          <a:xfrm>
            <a:off x="-2449" y="-6036"/>
            <a:ext cx="6350004" cy="1212847"/>
          </a:xfrm>
          <a:custGeom>
            <a:rect b="b" l="l" r="r" t="t"/>
            <a:pathLst>
              <a:path extrusionOk="0" h="2420112" w="12691873">
                <a:moveTo>
                  <a:pt x="12691873" y="0"/>
                </a:moveTo>
                <a:lnTo>
                  <a:pt x="12691873" y="2420112"/>
                </a:lnTo>
                <a:lnTo>
                  <a:pt x="0" y="2420112"/>
                </a:lnTo>
                <a:lnTo>
                  <a:pt x="0" y="0"/>
                </a:lnTo>
                <a:lnTo>
                  <a:pt x="1269187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28" name="Google Shape;128;p15"/>
          <p:cNvSpPr/>
          <p:nvPr/>
        </p:nvSpPr>
        <p:spPr>
          <a:xfrm>
            <a:off x="0" y="-1651"/>
            <a:ext cx="76200" cy="1231898"/>
          </a:xfrm>
          <a:custGeom>
            <a:rect b="b" l="l" r="r" t="t"/>
            <a:pathLst>
              <a:path extrusionOk="0" h="2462785" w="152400">
                <a:moveTo>
                  <a:pt x="152400" y="0"/>
                </a:moveTo>
                <a:lnTo>
                  <a:pt x="152400" y="2462784"/>
                </a:lnTo>
                <a:lnTo>
                  <a:pt x="0" y="2462784"/>
                </a:lnTo>
                <a:lnTo>
                  <a:pt x="0" y="0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29" name="Google Shape;129;p15"/>
          <p:cNvSpPr/>
          <p:nvPr/>
        </p:nvSpPr>
        <p:spPr>
          <a:xfrm>
            <a:off x="-2449" y="-9265"/>
            <a:ext cx="6350004" cy="1212848"/>
          </a:xfrm>
          <a:custGeom>
            <a:rect b="b" l="l" r="r" t="t"/>
            <a:pathLst>
              <a:path extrusionOk="0" h="2420113" w="12691873">
                <a:moveTo>
                  <a:pt x="12691873" y="0"/>
                </a:moveTo>
                <a:lnTo>
                  <a:pt x="12691873" y="2420112"/>
                </a:lnTo>
                <a:lnTo>
                  <a:pt x="0" y="2420112"/>
                </a:lnTo>
                <a:lnTo>
                  <a:pt x="0" y="0"/>
                </a:lnTo>
                <a:lnTo>
                  <a:pt x="1269187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30" name="Google Shape;130;p15"/>
          <p:cNvSpPr/>
          <p:nvPr/>
        </p:nvSpPr>
        <p:spPr>
          <a:xfrm>
            <a:off x="0" y="-2226"/>
            <a:ext cx="76200" cy="1231898"/>
          </a:xfrm>
          <a:custGeom>
            <a:rect b="b" l="l" r="r" t="t"/>
            <a:pathLst>
              <a:path extrusionOk="0" h="2462785" w="152400">
                <a:moveTo>
                  <a:pt x="152400" y="0"/>
                </a:moveTo>
                <a:lnTo>
                  <a:pt x="152400" y="2462784"/>
                </a:lnTo>
                <a:lnTo>
                  <a:pt x="0" y="2462784"/>
                </a:lnTo>
                <a:lnTo>
                  <a:pt x="0" y="0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31" name="Google Shape;131;p15"/>
          <p:cNvSpPr/>
          <p:nvPr/>
        </p:nvSpPr>
        <p:spPr>
          <a:xfrm>
            <a:off x="-2794" y="-2226"/>
            <a:ext cx="615953" cy="1231898"/>
          </a:xfrm>
          <a:custGeom>
            <a:rect b="b" l="l" r="r" t="t"/>
            <a:pathLst>
              <a:path extrusionOk="0" h="2462785" w="1231392">
                <a:moveTo>
                  <a:pt x="1231392" y="0"/>
                </a:moveTo>
                <a:lnTo>
                  <a:pt x="1231392" y="2462784"/>
                </a:lnTo>
                <a:lnTo>
                  <a:pt x="0" y="2462784"/>
                </a:lnTo>
                <a:lnTo>
                  <a:pt x="0" y="0"/>
                </a:lnTo>
                <a:lnTo>
                  <a:pt x="1231392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32" name="Google Shape;132;p15"/>
          <p:cNvSpPr/>
          <p:nvPr/>
        </p:nvSpPr>
        <p:spPr>
          <a:xfrm>
            <a:off x="-769" y="0"/>
            <a:ext cx="6356348" cy="76200"/>
          </a:xfrm>
          <a:custGeom>
            <a:rect b="b" l="l" r="r" t="t"/>
            <a:pathLst>
              <a:path extrusionOk="0" h="152400" w="12710161">
                <a:moveTo>
                  <a:pt x="12710161" y="0"/>
                </a:moveTo>
                <a:lnTo>
                  <a:pt x="12710161" y="152400"/>
                </a:lnTo>
                <a:lnTo>
                  <a:pt x="0" y="152400"/>
                </a:lnTo>
                <a:lnTo>
                  <a:pt x="0" y="0"/>
                </a:lnTo>
                <a:lnTo>
                  <a:pt x="12710161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33" name="Google Shape;133;p15"/>
          <p:cNvSpPr/>
          <p:nvPr/>
        </p:nvSpPr>
        <p:spPr>
          <a:xfrm>
            <a:off x="-2449" y="-12495"/>
            <a:ext cx="6350004" cy="1212848"/>
          </a:xfrm>
          <a:custGeom>
            <a:rect b="b" l="l" r="r" t="t"/>
            <a:pathLst>
              <a:path extrusionOk="0" h="2420113" w="12691873">
                <a:moveTo>
                  <a:pt x="12691873" y="0"/>
                </a:moveTo>
                <a:lnTo>
                  <a:pt x="12691873" y="2420112"/>
                </a:lnTo>
                <a:lnTo>
                  <a:pt x="0" y="2420112"/>
                </a:lnTo>
                <a:lnTo>
                  <a:pt x="0" y="0"/>
                </a:lnTo>
                <a:lnTo>
                  <a:pt x="1269187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34" name="Google Shape;134;p15"/>
          <p:cNvSpPr/>
          <p:nvPr/>
        </p:nvSpPr>
        <p:spPr>
          <a:xfrm>
            <a:off x="-769" y="0"/>
            <a:ext cx="6356348" cy="76200"/>
          </a:xfrm>
          <a:custGeom>
            <a:rect b="b" l="l" r="r" t="t"/>
            <a:pathLst>
              <a:path extrusionOk="0" h="152400" w="12710161">
                <a:moveTo>
                  <a:pt x="12710161" y="0"/>
                </a:moveTo>
                <a:lnTo>
                  <a:pt x="12710161" y="152400"/>
                </a:lnTo>
                <a:lnTo>
                  <a:pt x="0" y="152400"/>
                </a:lnTo>
                <a:lnTo>
                  <a:pt x="0" y="0"/>
                </a:lnTo>
                <a:lnTo>
                  <a:pt x="12710161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35" name="Google Shape;135;p15"/>
          <p:cNvSpPr/>
          <p:nvPr/>
        </p:nvSpPr>
        <p:spPr>
          <a:xfrm>
            <a:off x="0" y="-2546"/>
            <a:ext cx="4343400" cy="4413248"/>
          </a:xfrm>
          <a:custGeom>
            <a:rect b="b" l="l" r="r" t="t"/>
            <a:pathLst>
              <a:path extrusionOk="0" h="8820913" w="8686800">
                <a:moveTo>
                  <a:pt x="8686800" y="0"/>
                </a:moveTo>
                <a:lnTo>
                  <a:pt x="8686800" y="8820913"/>
                </a:lnTo>
                <a:lnTo>
                  <a:pt x="0" y="8820913"/>
                </a:lnTo>
                <a:lnTo>
                  <a:pt x="0" y="0"/>
                </a:lnTo>
                <a:lnTo>
                  <a:pt x="868680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36" name="Google Shape;136;p15"/>
          <p:cNvSpPr/>
          <p:nvPr/>
        </p:nvSpPr>
        <p:spPr>
          <a:xfrm>
            <a:off x="-731056" y="-322766"/>
            <a:ext cx="63504" cy="63503"/>
          </a:xfrm>
          <a:custGeom>
            <a:rect b="b" l="l" r="r" t="t"/>
            <a:pathLst>
              <a:path extrusionOk="0" h="115824" w="115825">
                <a:moveTo>
                  <a:pt x="115826" y="0"/>
                </a:moveTo>
                <a:lnTo>
                  <a:pt x="115826" y="115823"/>
                </a:lnTo>
                <a:lnTo>
                  <a:pt x="0" y="115823"/>
                </a:lnTo>
                <a:lnTo>
                  <a:pt x="0" y="0"/>
                </a:lnTo>
                <a:lnTo>
                  <a:pt x="115826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37" name="Google Shape;137;p15"/>
          <p:cNvSpPr/>
          <p:nvPr/>
        </p:nvSpPr>
        <p:spPr>
          <a:xfrm>
            <a:off x="-731056" y="-376101"/>
            <a:ext cx="63504" cy="63503"/>
          </a:xfrm>
          <a:custGeom>
            <a:rect b="b" l="l" r="r" t="t"/>
            <a:pathLst>
              <a:path extrusionOk="0" h="115824" w="115825">
                <a:moveTo>
                  <a:pt x="115826" y="0"/>
                </a:moveTo>
                <a:lnTo>
                  <a:pt x="115826" y="115824"/>
                </a:lnTo>
                <a:lnTo>
                  <a:pt x="0" y="115824"/>
                </a:lnTo>
                <a:lnTo>
                  <a:pt x="0" y="0"/>
                </a:lnTo>
                <a:lnTo>
                  <a:pt x="115826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38" name="Google Shape;138;p15"/>
          <p:cNvSpPr/>
          <p:nvPr/>
        </p:nvSpPr>
        <p:spPr>
          <a:xfrm>
            <a:off x="-731056" y="-428516"/>
            <a:ext cx="63504" cy="63503"/>
          </a:xfrm>
          <a:custGeom>
            <a:rect b="b" l="l" r="r" t="t"/>
            <a:pathLst>
              <a:path extrusionOk="0" h="115824" w="115825">
                <a:moveTo>
                  <a:pt x="115826" y="0"/>
                </a:moveTo>
                <a:lnTo>
                  <a:pt x="115826" y="115824"/>
                </a:lnTo>
                <a:lnTo>
                  <a:pt x="0" y="115824"/>
                </a:lnTo>
                <a:lnTo>
                  <a:pt x="0" y="0"/>
                </a:lnTo>
                <a:lnTo>
                  <a:pt x="115826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39" name="Google Shape;139;p15"/>
          <p:cNvSpPr/>
          <p:nvPr/>
        </p:nvSpPr>
        <p:spPr>
          <a:xfrm>
            <a:off x="-731056" y="-481851"/>
            <a:ext cx="63504" cy="63503"/>
          </a:xfrm>
          <a:custGeom>
            <a:rect b="b" l="l" r="r" t="t"/>
            <a:pathLst>
              <a:path extrusionOk="0" h="115824" w="115825">
                <a:moveTo>
                  <a:pt x="115826" y="0"/>
                </a:moveTo>
                <a:lnTo>
                  <a:pt x="115826" y="115824"/>
                </a:lnTo>
                <a:lnTo>
                  <a:pt x="0" y="115824"/>
                </a:lnTo>
                <a:lnTo>
                  <a:pt x="0" y="0"/>
                </a:lnTo>
                <a:lnTo>
                  <a:pt x="115826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40" name="Google Shape;140;p15"/>
          <p:cNvSpPr txBox="1"/>
          <p:nvPr/>
        </p:nvSpPr>
        <p:spPr>
          <a:xfrm>
            <a:off x="917229" y="2607869"/>
            <a:ext cx="60309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1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Cada serviço escala de forma independente. Falhas em um componente não derrubam o sistema </a:t>
            </a:r>
            <a:r>
              <a:rPr lang="en-US" sz="1130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inteiro;</a:t>
            </a:r>
            <a:r>
              <a:rPr b="0" i="0" lang="en-US" sz="1130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a criança nunca perde sua sessão.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917225" y="3923651"/>
            <a:ext cx="5888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1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Separa interface, lógica e dados. Pedagogos personalizam a experiência visual; engenheiros protegem a camada de dados com regras de anonimização e consentimento.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917229" y="5287649"/>
            <a:ext cx="6030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1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Mesmo com IA indisponível, o sistema entrega trilhas pré-criadas e atividades offline no tablet</a:t>
            </a:r>
            <a:endParaRPr/>
          </a:p>
          <a:p>
            <a:pPr indent="0" lvl="0" marL="0" marR="0" rtl="0" algn="l">
              <a:lnSpc>
                <a:spcPct val="1261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0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Nenhuma</a:t>
            </a:r>
            <a:r>
              <a:rPr b="0" i="0" lang="en-US" sz="1130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interrupção técnica compromete o acolhimento.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769144" y="659454"/>
            <a:ext cx="956748" cy="195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ARQUITETURA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661540" y="897122"/>
            <a:ext cx="8833599" cy="623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34" u="none" cap="none" strike="noStrike">
                <a:solidFill>
                  <a:srgbClr val="171717"/>
                </a:solidFill>
                <a:latin typeface="Open Sans"/>
                <a:ea typeface="Open Sans"/>
                <a:cs typeface="Open Sans"/>
                <a:sym typeface="Open Sans"/>
              </a:rPr>
              <a:t>Proposta Técnica: Microsserviços + MVC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917229" y="3549044"/>
            <a:ext cx="1349616" cy="306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7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Padrão MVC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917229" y="2148869"/>
            <a:ext cx="1630175" cy="306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7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Microsserviços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917229" y="4939694"/>
            <a:ext cx="2884865" cy="306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7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Disponibilidade Garantida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7505252" y="2729894"/>
            <a:ext cx="19896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6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Conectores-chave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7792336" y="3195542"/>
            <a:ext cx="3826800" cy="27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1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WebSocket:</a:t>
            </a:r>
            <a:r>
              <a:rPr b="0" i="0" lang="en-US" sz="141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sessão em tempo real (</a:t>
            </a:r>
            <a:r>
              <a:rPr lang="en-US" sz="141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tablet &lt;-&gt; criança &lt;-&gt; professor</a:t>
            </a:r>
            <a:r>
              <a:rPr b="0" i="0" lang="en-US" sz="141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1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1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RabbitMQ:</a:t>
            </a:r>
            <a:r>
              <a:rPr b="0" i="0" lang="en-US" sz="141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filas para geração de narrativas,</a:t>
            </a:r>
            <a:r>
              <a:rPr lang="en-US" sz="141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141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imagens e áudio</a:t>
            </a:r>
            <a:endParaRPr b="0" i="0" sz="1413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1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1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Apache </a:t>
            </a:r>
            <a:r>
              <a:rPr b="1" lang="en-US" sz="141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Kafka:</a:t>
            </a:r>
            <a:r>
              <a:rPr b="0" i="0" lang="en-US" sz="141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eventos de mudança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1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emocional e alertas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1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1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REST/</a:t>
            </a:r>
            <a:r>
              <a:rPr b="1" lang="en-US" sz="141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HTTP:</a:t>
            </a:r>
            <a:r>
              <a:rPr b="0" i="0" lang="en-US" sz="141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login, consultas e salvamentos </a:t>
            </a:r>
            <a:r>
              <a:rPr lang="en-US"/>
              <a:t> </a:t>
            </a:r>
            <a:r>
              <a:rPr b="0" i="0" lang="en-US" sz="141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pontuais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16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p16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16"/>
          <p:cNvSpPr/>
          <p:nvPr/>
        </p:nvSpPr>
        <p:spPr>
          <a:xfrm>
            <a:off x="3172" y="3172"/>
            <a:ext cx="12185618" cy="6851618"/>
          </a:xfrm>
          <a:custGeom>
            <a:rect b="b" l="l" r="r" t="t"/>
            <a:pathLst>
              <a:path extrusionOk="0" h="9135491" w="16247490">
                <a:moveTo>
                  <a:pt x="0" y="0"/>
                </a:moveTo>
                <a:lnTo>
                  <a:pt x="16247490" y="0"/>
                </a:lnTo>
                <a:lnTo>
                  <a:pt x="16247490" y="9135491"/>
                </a:lnTo>
                <a:lnTo>
                  <a:pt x="0" y="91354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6" r="-6" t="0"/>
            </a:stretch>
          </a:blipFill>
          <a:ln>
            <a:noFill/>
          </a:ln>
        </p:spPr>
      </p:sp>
      <p:sp>
        <p:nvSpPr>
          <p:cNvPr id="158" name="Google Shape;158;p16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9" name="Google Shape;159;p16"/>
          <p:cNvSpPr/>
          <p:nvPr/>
        </p:nvSpPr>
        <p:spPr>
          <a:xfrm>
            <a:off x="0" y="-1591"/>
            <a:ext cx="12192000" cy="1860518"/>
          </a:xfrm>
          <a:custGeom>
            <a:rect b="b" l="l" r="r" t="t"/>
            <a:pathLst>
              <a:path extrusionOk="0" h="2480691" w="16256000">
                <a:moveTo>
                  <a:pt x="0" y="0"/>
                </a:moveTo>
                <a:lnTo>
                  <a:pt x="16256000" y="0"/>
                </a:lnTo>
                <a:lnTo>
                  <a:pt x="16256000" y="2480691"/>
                </a:lnTo>
                <a:lnTo>
                  <a:pt x="0" y="2480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7" l="0" r="0" t="25"/>
            </a:stretch>
          </a:blipFill>
          <a:ln>
            <a:noFill/>
          </a:ln>
        </p:spPr>
      </p:sp>
      <p:sp>
        <p:nvSpPr>
          <p:cNvPr id="160" name="Google Shape;160;p16"/>
          <p:cNvSpPr/>
          <p:nvPr/>
        </p:nvSpPr>
        <p:spPr>
          <a:xfrm>
            <a:off x="739569" y="2426227"/>
            <a:ext cx="1016003" cy="241297"/>
          </a:xfrm>
          <a:custGeom>
            <a:rect b="b" l="l" r="r" t="t"/>
            <a:pathLst>
              <a:path extrusionOk="0" h="241297" w="1016003">
                <a:moveTo>
                  <a:pt x="0" y="0"/>
                </a:moveTo>
                <a:lnTo>
                  <a:pt x="1016003" y="0"/>
                </a:lnTo>
                <a:lnTo>
                  <a:pt x="1016003" y="241297"/>
                </a:lnTo>
                <a:lnTo>
                  <a:pt x="0" y="2412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16"/>
          <p:cNvSpPr/>
          <p:nvPr/>
        </p:nvSpPr>
        <p:spPr>
          <a:xfrm>
            <a:off x="749303" y="3341037"/>
            <a:ext cx="5283203" cy="1403347"/>
          </a:xfrm>
          <a:custGeom>
            <a:rect b="b" l="l" r="r" t="t"/>
            <a:pathLst>
              <a:path extrusionOk="0" h="1403347" w="5283203">
                <a:moveTo>
                  <a:pt x="0" y="0"/>
                </a:moveTo>
                <a:lnTo>
                  <a:pt x="5283203" y="0"/>
                </a:lnTo>
                <a:lnTo>
                  <a:pt x="5283203" y="1403346"/>
                </a:lnTo>
                <a:lnTo>
                  <a:pt x="0" y="14033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11" r="-11" t="0"/>
            </a:stretch>
          </a:blipFill>
          <a:ln>
            <a:noFill/>
          </a:ln>
        </p:spPr>
      </p:sp>
      <p:sp>
        <p:nvSpPr>
          <p:cNvPr id="162" name="Google Shape;162;p16"/>
          <p:cNvSpPr/>
          <p:nvPr/>
        </p:nvSpPr>
        <p:spPr>
          <a:xfrm>
            <a:off x="741426" y="3331026"/>
            <a:ext cx="5295900" cy="1422397"/>
          </a:xfrm>
          <a:custGeom>
            <a:rect b="b" l="l" r="r" t="t"/>
            <a:pathLst>
              <a:path extrusionOk="0" h="1422397" w="5295900">
                <a:moveTo>
                  <a:pt x="0" y="0"/>
                </a:moveTo>
                <a:lnTo>
                  <a:pt x="5295900" y="0"/>
                </a:lnTo>
                <a:lnTo>
                  <a:pt x="5295900" y="1422397"/>
                </a:lnTo>
                <a:lnTo>
                  <a:pt x="0" y="14223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16"/>
          <p:cNvSpPr/>
          <p:nvPr/>
        </p:nvSpPr>
        <p:spPr>
          <a:xfrm>
            <a:off x="759143" y="3351019"/>
            <a:ext cx="5264153" cy="450847"/>
          </a:xfrm>
          <a:custGeom>
            <a:rect b="b" l="l" r="r" t="t"/>
            <a:pathLst>
              <a:path extrusionOk="0" h="450847" w="5264153">
                <a:moveTo>
                  <a:pt x="0" y="0"/>
                </a:moveTo>
                <a:lnTo>
                  <a:pt x="5264153" y="0"/>
                </a:lnTo>
                <a:lnTo>
                  <a:pt x="5264153" y="450847"/>
                </a:lnTo>
                <a:lnTo>
                  <a:pt x="0" y="4508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" name="Google Shape;164;p16"/>
          <p:cNvSpPr/>
          <p:nvPr/>
        </p:nvSpPr>
        <p:spPr>
          <a:xfrm>
            <a:off x="3362782" y="3486388"/>
            <a:ext cx="114300" cy="38100"/>
          </a:xfrm>
          <a:custGeom>
            <a:rect b="b" l="l" r="r" t="t"/>
            <a:pathLst>
              <a:path extrusionOk="0" h="38100" w="114300">
                <a:moveTo>
                  <a:pt x="0" y="0"/>
                </a:moveTo>
                <a:lnTo>
                  <a:pt x="114300" y="0"/>
                </a:lnTo>
                <a:lnTo>
                  <a:pt x="1143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p16"/>
          <p:cNvSpPr/>
          <p:nvPr/>
        </p:nvSpPr>
        <p:spPr>
          <a:xfrm>
            <a:off x="3268437" y="3488636"/>
            <a:ext cx="107947" cy="57150"/>
          </a:xfrm>
          <a:custGeom>
            <a:rect b="b" l="l" r="r" t="t"/>
            <a:pathLst>
              <a:path extrusionOk="0" h="57150" w="107947">
                <a:moveTo>
                  <a:pt x="0" y="0"/>
                </a:moveTo>
                <a:lnTo>
                  <a:pt x="107947" y="0"/>
                </a:lnTo>
                <a:lnTo>
                  <a:pt x="107947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16"/>
          <p:cNvSpPr/>
          <p:nvPr/>
        </p:nvSpPr>
        <p:spPr>
          <a:xfrm>
            <a:off x="3303746" y="3535128"/>
            <a:ext cx="165097" cy="38100"/>
          </a:xfrm>
          <a:custGeom>
            <a:rect b="b" l="l" r="r" t="t"/>
            <a:pathLst>
              <a:path extrusionOk="0" h="38100" w="165097">
                <a:moveTo>
                  <a:pt x="0" y="0"/>
                </a:moveTo>
                <a:lnTo>
                  <a:pt x="165097" y="0"/>
                </a:lnTo>
                <a:lnTo>
                  <a:pt x="165097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16"/>
          <p:cNvSpPr/>
          <p:nvPr/>
        </p:nvSpPr>
        <p:spPr>
          <a:xfrm>
            <a:off x="3340084" y="3581257"/>
            <a:ext cx="95250" cy="31747"/>
          </a:xfrm>
          <a:custGeom>
            <a:rect b="b" l="l" r="r" t="t"/>
            <a:pathLst>
              <a:path extrusionOk="0" h="31747" w="95250">
                <a:moveTo>
                  <a:pt x="0" y="0"/>
                </a:moveTo>
                <a:lnTo>
                  <a:pt x="95250" y="0"/>
                </a:lnTo>
                <a:lnTo>
                  <a:pt x="95250" y="31747"/>
                </a:lnTo>
                <a:lnTo>
                  <a:pt x="0" y="31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16"/>
          <p:cNvSpPr/>
          <p:nvPr/>
        </p:nvSpPr>
        <p:spPr>
          <a:xfrm>
            <a:off x="3366040" y="3626558"/>
            <a:ext cx="38100" cy="38100"/>
          </a:xfrm>
          <a:custGeom>
            <a:rect b="b" l="l" r="r" t="t"/>
            <a:pathLst>
              <a:path extrusionOk="0" h="38100" w="38100">
                <a:moveTo>
                  <a:pt x="0" y="0"/>
                </a:moveTo>
                <a:lnTo>
                  <a:pt x="38100" y="0"/>
                </a:lnTo>
                <a:lnTo>
                  <a:pt x="381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16"/>
          <p:cNvSpPr/>
          <p:nvPr/>
        </p:nvSpPr>
        <p:spPr>
          <a:xfrm>
            <a:off x="3471463" y="3515411"/>
            <a:ext cx="38100" cy="28575"/>
          </a:xfrm>
          <a:custGeom>
            <a:rect b="b" l="l" r="r" t="t"/>
            <a:pathLst>
              <a:path extrusionOk="0" h="38100" w="50800">
                <a:moveTo>
                  <a:pt x="0" y="0"/>
                </a:moveTo>
                <a:lnTo>
                  <a:pt x="50800" y="0"/>
                </a:lnTo>
                <a:lnTo>
                  <a:pt x="50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-4033" l="-350" r="350" t="-7066"/>
            </a:stretch>
          </a:blipFill>
          <a:ln>
            <a:noFill/>
          </a:ln>
        </p:spPr>
      </p:sp>
      <p:sp>
        <p:nvSpPr>
          <p:cNvPr id="170" name="Google Shape;170;p16"/>
          <p:cNvSpPr/>
          <p:nvPr/>
        </p:nvSpPr>
        <p:spPr>
          <a:xfrm>
            <a:off x="6159503" y="3341037"/>
            <a:ext cx="5283203" cy="1403347"/>
          </a:xfrm>
          <a:custGeom>
            <a:rect b="b" l="l" r="r" t="t"/>
            <a:pathLst>
              <a:path extrusionOk="0" h="1403347" w="5283203">
                <a:moveTo>
                  <a:pt x="0" y="0"/>
                </a:moveTo>
                <a:lnTo>
                  <a:pt x="5283203" y="0"/>
                </a:lnTo>
                <a:lnTo>
                  <a:pt x="5283203" y="1403346"/>
                </a:lnTo>
                <a:lnTo>
                  <a:pt x="0" y="14033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11" r="-11" t="0"/>
            </a:stretch>
          </a:blipFill>
          <a:ln>
            <a:noFill/>
          </a:ln>
        </p:spPr>
      </p:sp>
      <p:sp>
        <p:nvSpPr>
          <p:cNvPr id="171" name="Google Shape;171;p16"/>
          <p:cNvSpPr/>
          <p:nvPr/>
        </p:nvSpPr>
        <p:spPr>
          <a:xfrm>
            <a:off x="6151636" y="3331026"/>
            <a:ext cx="5295900" cy="1422397"/>
          </a:xfrm>
          <a:custGeom>
            <a:rect b="b" l="l" r="r" t="t"/>
            <a:pathLst>
              <a:path extrusionOk="0" h="1422397" w="5295900">
                <a:moveTo>
                  <a:pt x="0" y="0"/>
                </a:moveTo>
                <a:lnTo>
                  <a:pt x="5295900" y="0"/>
                </a:lnTo>
                <a:lnTo>
                  <a:pt x="5295900" y="1422397"/>
                </a:lnTo>
                <a:lnTo>
                  <a:pt x="0" y="14223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16"/>
          <p:cNvSpPr/>
          <p:nvPr/>
        </p:nvSpPr>
        <p:spPr>
          <a:xfrm>
            <a:off x="6169342" y="3351019"/>
            <a:ext cx="5264153" cy="450847"/>
          </a:xfrm>
          <a:custGeom>
            <a:rect b="b" l="l" r="r" t="t"/>
            <a:pathLst>
              <a:path extrusionOk="0" h="450847" w="5264153">
                <a:moveTo>
                  <a:pt x="0" y="0"/>
                </a:moveTo>
                <a:lnTo>
                  <a:pt x="5264154" y="0"/>
                </a:lnTo>
                <a:lnTo>
                  <a:pt x="5264154" y="450847"/>
                </a:lnTo>
                <a:lnTo>
                  <a:pt x="0" y="4508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16"/>
          <p:cNvSpPr/>
          <p:nvPr/>
        </p:nvSpPr>
        <p:spPr>
          <a:xfrm>
            <a:off x="8824370" y="3552225"/>
            <a:ext cx="31747" cy="31747"/>
          </a:xfrm>
          <a:custGeom>
            <a:rect b="b" l="l" r="r" t="t"/>
            <a:pathLst>
              <a:path extrusionOk="0" h="31747" w="31747">
                <a:moveTo>
                  <a:pt x="0" y="0"/>
                </a:moveTo>
                <a:lnTo>
                  <a:pt x="31746" y="0"/>
                </a:lnTo>
                <a:lnTo>
                  <a:pt x="31746" y="31747"/>
                </a:lnTo>
                <a:lnTo>
                  <a:pt x="0" y="31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16"/>
          <p:cNvSpPr/>
          <p:nvPr/>
        </p:nvSpPr>
        <p:spPr>
          <a:xfrm>
            <a:off x="8784860" y="3572904"/>
            <a:ext cx="38100" cy="57150"/>
          </a:xfrm>
          <a:custGeom>
            <a:rect b="b" l="l" r="r" t="t"/>
            <a:pathLst>
              <a:path extrusionOk="0" h="57150" w="38100">
                <a:moveTo>
                  <a:pt x="0" y="0"/>
                </a:moveTo>
                <a:lnTo>
                  <a:pt x="38100" y="0"/>
                </a:lnTo>
                <a:lnTo>
                  <a:pt x="381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16"/>
          <p:cNvSpPr/>
          <p:nvPr/>
        </p:nvSpPr>
        <p:spPr>
          <a:xfrm>
            <a:off x="8846325" y="3618948"/>
            <a:ext cx="38100" cy="57150"/>
          </a:xfrm>
          <a:custGeom>
            <a:rect b="b" l="l" r="r" t="t"/>
            <a:pathLst>
              <a:path extrusionOk="0" h="57150" w="38100">
                <a:moveTo>
                  <a:pt x="0" y="0"/>
                </a:moveTo>
                <a:lnTo>
                  <a:pt x="38100" y="0"/>
                </a:lnTo>
                <a:lnTo>
                  <a:pt x="381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6" name="Google Shape;176;p16"/>
          <p:cNvSpPr/>
          <p:nvPr/>
        </p:nvSpPr>
        <p:spPr>
          <a:xfrm>
            <a:off x="8686990" y="3634340"/>
            <a:ext cx="57150" cy="57150"/>
          </a:xfrm>
          <a:custGeom>
            <a:rect b="b" l="l" r="r" t="t"/>
            <a:pathLst>
              <a:path extrusionOk="0" h="57150" w="57150">
                <a:moveTo>
                  <a:pt x="0" y="0"/>
                </a:moveTo>
                <a:lnTo>
                  <a:pt x="57150" y="0"/>
                </a:lnTo>
                <a:lnTo>
                  <a:pt x="5715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16"/>
          <p:cNvSpPr/>
          <p:nvPr/>
        </p:nvSpPr>
        <p:spPr>
          <a:xfrm>
            <a:off x="8840867" y="3465433"/>
            <a:ext cx="69847" cy="38100"/>
          </a:xfrm>
          <a:custGeom>
            <a:rect b="b" l="l" r="r" t="t"/>
            <a:pathLst>
              <a:path extrusionOk="0" h="38100" w="69847">
                <a:moveTo>
                  <a:pt x="0" y="0"/>
                </a:moveTo>
                <a:lnTo>
                  <a:pt x="69847" y="0"/>
                </a:lnTo>
                <a:lnTo>
                  <a:pt x="69847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16"/>
          <p:cNvSpPr/>
          <p:nvPr/>
        </p:nvSpPr>
        <p:spPr>
          <a:xfrm>
            <a:off x="8840867" y="3492675"/>
            <a:ext cx="69847" cy="38100"/>
          </a:xfrm>
          <a:custGeom>
            <a:rect b="b" l="l" r="r" t="t"/>
            <a:pathLst>
              <a:path extrusionOk="0" h="38100" w="69847">
                <a:moveTo>
                  <a:pt x="0" y="0"/>
                </a:moveTo>
                <a:lnTo>
                  <a:pt x="69847" y="0"/>
                </a:lnTo>
                <a:lnTo>
                  <a:pt x="69847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p16"/>
          <p:cNvSpPr/>
          <p:nvPr/>
        </p:nvSpPr>
        <p:spPr>
          <a:xfrm>
            <a:off x="8839876" y="3471377"/>
            <a:ext cx="12697" cy="95250"/>
          </a:xfrm>
          <a:custGeom>
            <a:rect b="b" l="l" r="r" t="t"/>
            <a:pathLst>
              <a:path extrusionOk="0" h="95250" w="12697">
                <a:moveTo>
                  <a:pt x="0" y="0"/>
                </a:moveTo>
                <a:lnTo>
                  <a:pt x="12697" y="0"/>
                </a:lnTo>
                <a:lnTo>
                  <a:pt x="12697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16"/>
          <p:cNvSpPr/>
          <p:nvPr/>
        </p:nvSpPr>
        <p:spPr>
          <a:xfrm>
            <a:off x="8839848" y="3461033"/>
            <a:ext cx="12697" cy="19050"/>
          </a:xfrm>
          <a:custGeom>
            <a:rect b="b" l="l" r="r" t="t"/>
            <a:pathLst>
              <a:path extrusionOk="0" h="19050" w="12697">
                <a:moveTo>
                  <a:pt x="0" y="0"/>
                </a:moveTo>
                <a:lnTo>
                  <a:pt x="12697" y="0"/>
                </a:lnTo>
                <a:lnTo>
                  <a:pt x="1269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16"/>
          <p:cNvSpPr/>
          <p:nvPr/>
        </p:nvSpPr>
        <p:spPr>
          <a:xfrm>
            <a:off x="749303" y="4874562"/>
            <a:ext cx="5283203" cy="1403347"/>
          </a:xfrm>
          <a:custGeom>
            <a:rect b="b" l="l" r="r" t="t"/>
            <a:pathLst>
              <a:path extrusionOk="0" h="1403347" w="5283203">
                <a:moveTo>
                  <a:pt x="0" y="0"/>
                </a:moveTo>
                <a:lnTo>
                  <a:pt x="5283203" y="0"/>
                </a:lnTo>
                <a:lnTo>
                  <a:pt x="5283203" y="1403346"/>
                </a:lnTo>
                <a:lnTo>
                  <a:pt x="0" y="14033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6">
              <a:alphaModFix/>
            </a:blip>
            <a:stretch>
              <a:fillRect b="0" l="11" r="-11" t="0"/>
            </a:stretch>
          </a:blipFill>
          <a:ln>
            <a:noFill/>
          </a:ln>
        </p:spPr>
      </p:sp>
      <p:sp>
        <p:nvSpPr>
          <p:cNvPr id="182" name="Google Shape;182;p16"/>
          <p:cNvSpPr/>
          <p:nvPr/>
        </p:nvSpPr>
        <p:spPr>
          <a:xfrm>
            <a:off x="741426" y="4864551"/>
            <a:ext cx="5295900" cy="1422397"/>
          </a:xfrm>
          <a:custGeom>
            <a:rect b="b" l="l" r="r" t="t"/>
            <a:pathLst>
              <a:path extrusionOk="0" h="1422397" w="5295900">
                <a:moveTo>
                  <a:pt x="0" y="0"/>
                </a:moveTo>
                <a:lnTo>
                  <a:pt x="5295900" y="0"/>
                </a:lnTo>
                <a:lnTo>
                  <a:pt x="5295900" y="1422397"/>
                </a:lnTo>
                <a:lnTo>
                  <a:pt x="0" y="14223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16"/>
          <p:cNvSpPr/>
          <p:nvPr/>
        </p:nvSpPr>
        <p:spPr>
          <a:xfrm>
            <a:off x="759143" y="4884544"/>
            <a:ext cx="5264153" cy="450847"/>
          </a:xfrm>
          <a:custGeom>
            <a:rect b="b" l="l" r="r" t="t"/>
            <a:pathLst>
              <a:path extrusionOk="0" h="450847" w="5264153">
                <a:moveTo>
                  <a:pt x="0" y="0"/>
                </a:moveTo>
                <a:lnTo>
                  <a:pt x="5264153" y="0"/>
                </a:lnTo>
                <a:lnTo>
                  <a:pt x="5264153" y="450847"/>
                </a:lnTo>
                <a:lnTo>
                  <a:pt x="0" y="4508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16"/>
          <p:cNvSpPr/>
          <p:nvPr/>
        </p:nvSpPr>
        <p:spPr>
          <a:xfrm>
            <a:off x="3370850" y="4993986"/>
            <a:ext cx="31747" cy="31747"/>
          </a:xfrm>
          <a:custGeom>
            <a:rect b="b" l="l" r="r" t="t"/>
            <a:pathLst>
              <a:path extrusionOk="0" h="31747" w="31747">
                <a:moveTo>
                  <a:pt x="0" y="0"/>
                </a:moveTo>
                <a:lnTo>
                  <a:pt x="31747" y="0"/>
                </a:lnTo>
                <a:lnTo>
                  <a:pt x="31747" y="31747"/>
                </a:lnTo>
                <a:lnTo>
                  <a:pt x="0" y="31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16"/>
          <p:cNvSpPr/>
          <p:nvPr/>
        </p:nvSpPr>
        <p:spPr>
          <a:xfrm>
            <a:off x="3319853" y="5105095"/>
            <a:ext cx="38100" cy="28575"/>
          </a:xfrm>
          <a:custGeom>
            <a:rect b="b" l="l" r="r" t="t"/>
            <a:pathLst>
              <a:path extrusionOk="0" h="38100" w="50800">
                <a:moveTo>
                  <a:pt x="0" y="0"/>
                </a:moveTo>
                <a:lnTo>
                  <a:pt x="50800" y="0"/>
                </a:lnTo>
                <a:lnTo>
                  <a:pt x="50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0">
              <a:alphaModFix/>
            </a:blip>
            <a:stretch>
              <a:fillRect b="-1633" l="-2999" r="3000" t="-9466"/>
            </a:stretch>
          </a:blipFill>
          <a:ln>
            <a:noFill/>
          </a:ln>
        </p:spPr>
      </p:sp>
      <p:sp>
        <p:nvSpPr>
          <p:cNvPr id="186" name="Google Shape;186;p16"/>
          <p:cNvSpPr/>
          <p:nvPr/>
        </p:nvSpPr>
        <p:spPr>
          <a:xfrm>
            <a:off x="3400263" y="5140642"/>
            <a:ext cx="38100" cy="38100"/>
          </a:xfrm>
          <a:custGeom>
            <a:rect b="b" l="l" r="r" t="t"/>
            <a:pathLst>
              <a:path extrusionOk="0" h="38100" w="38100">
                <a:moveTo>
                  <a:pt x="0" y="0"/>
                </a:moveTo>
                <a:lnTo>
                  <a:pt x="38100" y="0"/>
                </a:lnTo>
                <a:lnTo>
                  <a:pt x="381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16"/>
          <p:cNvSpPr/>
          <p:nvPr/>
        </p:nvSpPr>
        <p:spPr>
          <a:xfrm>
            <a:off x="3418503" y="5093427"/>
            <a:ext cx="19050" cy="31747"/>
          </a:xfrm>
          <a:custGeom>
            <a:rect b="b" l="l" r="r" t="t"/>
            <a:pathLst>
              <a:path extrusionOk="0" h="31747" w="19050">
                <a:moveTo>
                  <a:pt x="0" y="0"/>
                </a:moveTo>
                <a:lnTo>
                  <a:pt x="19050" y="0"/>
                </a:lnTo>
                <a:lnTo>
                  <a:pt x="19050" y="31747"/>
                </a:lnTo>
                <a:lnTo>
                  <a:pt x="0" y="31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16"/>
          <p:cNvSpPr/>
          <p:nvPr/>
        </p:nvSpPr>
        <p:spPr>
          <a:xfrm>
            <a:off x="3330388" y="5034534"/>
            <a:ext cx="31747" cy="76200"/>
          </a:xfrm>
          <a:custGeom>
            <a:rect b="b" l="l" r="r" t="t"/>
            <a:pathLst>
              <a:path extrusionOk="0" h="76200" w="31747">
                <a:moveTo>
                  <a:pt x="0" y="0"/>
                </a:moveTo>
                <a:lnTo>
                  <a:pt x="31746" y="0"/>
                </a:lnTo>
                <a:lnTo>
                  <a:pt x="31746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16"/>
          <p:cNvSpPr/>
          <p:nvPr/>
        </p:nvSpPr>
        <p:spPr>
          <a:xfrm>
            <a:off x="3340132" y="5143490"/>
            <a:ext cx="31747" cy="38100"/>
          </a:xfrm>
          <a:custGeom>
            <a:rect b="b" l="l" r="r" t="t"/>
            <a:pathLst>
              <a:path extrusionOk="0" h="38100" w="31747">
                <a:moveTo>
                  <a:pt x="0" y="0"/>
                </a:moveTo>
                <a:lnTo>
                  <a:pt x="31747" y="0"/>
                </a:lnTo>
                <a:lnTo>
                  <a:pt x="31747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16"/>
          <p:cNvSpPr/>
          <p:nvPr/>
        </p:nvSpPr>
        <p:spPr>
          <a:xfrm>
            <a:off x="3419437" y="5075263"/>
            <a:ext cx="25403" cy="31747"/>
          </a:xfrm>
          <a:custGeom>
            <a:rect b="b" l="l" r="r" t="t"/>
            <a:pathLst>
              <a:path extrusionOk="0" h="31747" w="25403">
                <a:moveTo>
                  <a:pt x="0" y="0"/>
                </a:moveTo>
                <a:lnTo>
                  <a:pt x="25403" y="0"/>
                </a:lnTo>
                <a:lnTo>
                  <a:pt x="25403" y="31747"/>
                </a:lnTo>
                <a:lnTo>
                  <a:pt x="0" y="31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16"/>
          <p:cNvSpPr/>
          <p:nvPr/>
        </p:nvSpPr>
        <p:spPr>
          <a:xfrm>
            <a:off x="3379737" y="5013503"/>
            <a:ext cx="12697" cy="31747"/>
          </a:xfrm>
          <a:custGeom>
            <a:rect b="b" l="l" r="r" t="t"/>
            <a:pathLst>
              <a:path extrusionOk="0" h="31747" w="12697">
                <a:moveTo>
                  <a:pt x="0" y="0"/>
                </a:moveTo>
                <a:lnTo>
                  <a:pt x="12697" y="0"/>
                </a:lnTo>
                <a:lnTo>
                  <a:pt x="12697" y="31747"/>
                </a:lnTo>
                <a:lnTo>
                  <a:pt x="0" y="31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16"/>
          <p:cNvSpPr/>
          <p:nvPr/>
        </p:nvSpPr>
        <p:spPr>
          <a:xfrm>
            <a:off x="3306204" y="5152015"/>
            <a:ext cx="25403" cy="31747"/>
          </a:xfrm>
          <a:custGeom>
            <a:rect b="b" l="l" r="r" t="t"/>
            <a:pathLst>
              <a:path extrusionOk="0" h="31747" w="25403">
                <a:moveTo>
                  <a:pt x="0" y="0"/>
                </a:moveTo>
                <a:lnTo>
                  <a:pt x="25403" y="0"/>
                </a:lnTo>
                <a:lnTo>
                  <a:pt x="25403" y="31747"/>
                </a:lnTo>
                <a:lnTo>
                  <a:pt x="0" y="31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16"/>
          <p:cNvSpPr/>
          <p:nvPr/>
        </p:nvSpPr>
        <p:spPr>
          <a:xfrm>
            <a:off x="3317577" y="5152311"/>
            <a:ext cx="25403" cy="31747"/>
          </a:xfrm>
          <a:custGeom>
            <a:rect b="b" l="l" r="r" t="t"/>
            <a:pathLst>
              <a:path extrusionOk="0" h="31747" w="25403">
                <a:moveTo>
                  <a:pt x="0" y="0"/>
                </a:moveTo>
                <a:lnTo>
                  <a:pt x="25403" y="0"/>
                </a:lnTo>
                <a:lnTo>
                  <a:pt x="25403" y="31746"/>
                </a:lnTo>
                <a:lnTo>
                  <a:pt x="0" y="317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4" name="Google Shape;194;p16"/>
          <p:cNvSpPr/>
          <p:nvPr/>
        </p:nvSpPr>
        <p:spPr>
          <a:xfrm>
            <a:off x="3352743" y="5166646"/>
            <a:ext cx="12697" cy="57150"/>
          </a:xfrm>
          <a:custGeom>
            <a:rect b="b" l="l" r="r" t="t"/>
            <a:pathLst>
              <a:path extrusionOk="0" h="57150" w="12697">
                <a:moveTo>
                  <a:pt x="0" y="0"/>
                </a:moveTo>
                <a:lnTo>
                  <a:pt x="12697" y="0"/>
                </a:lnTo>
                <a:lnTo>
                  <a:pt x="12697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5" name="Google Shape;195;p16"/>
          <p:cNvSpPr/>
          <p:nvPr/>
        </p:nvSpPr>
        <p:spPr>
          <a:xfrm>
            <a:off x="3406902" y="5166731"/>
            <a:ext cx="12697" cy="57150"/>
          </a:xfrm>
          <a:custGeom>
            <a:rect b="b" l="l" r="r" t="t"/>
            <a:pathLst>
              <a:path extrusionOk="0" h="57150" w="12697">
                <a:moveTo>
                  <a:pt x="0" y="0"/>
                </a:moveTo>
                <a:lnTo>
                  <a:pt x="12697" y="0"/>
                </a:lnTo>
                <a:lnTo>
                  <a:pt x="12697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6" name="Google Shape;196;p16"/>
          <p:cNvSpPr/>
          <p:nvPr/>
        </p:nvSpPr>
        <p:spPr>
          <a:xfrm>
            <a:off x="3441325" y="5117335"/>
            <a:ext cx="12697" cy="50797"/>
          </a:xfrm>
          <a:custGeom>
            <a:rect b="b" l="l" r="r" t="t"/>
            <a:pathLst>
              <a:path extrusionOk="0" h="50797" w="12697">
                <a:moveTo>
                  <a:pt x="0" y="0"/>
                </a:moveTo>
                <a:lnTo>
                  <a:pt x="12697" y="0"/>
                </a:lnTo>
                <a:lnTo>
                  <a:pt x="126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16"/>
          <p:cNvSpPr/>
          <p:nvPr/>
        </p:nvSpPr>
        <p:spPr>
          <a:xfrm>
            <a:off x="3433562" y="5152311"/>
            <a:ext cx="19050" cy="31747"/>
          </a:xfrm>
          <a:custGeom>
            <a:rect b="b" l="l" r="r" t="t"/>
            <a:pathLst>
              <a:path extrusionOk="0" h="31747" w="19050">
                <a:moveTo>
                  <a:pt x="0" y="0"/>
                </a:moveTo>
                <a:lnTo>
                  <a:pt x="19050" y="0"/>
                </a:lnTo>
                <a:lnTo>
                  <a:pt x="19050" y="31746"/>
                </a:lnTo>
                <a:lnTo>
                  <a:pt x="0" y="317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p16"/>
          <p:cNvSpPr/>
          <p:nvPr/>
        </p:nvSpPr>
        <p:spPr>
          <a:xfrm>
            <a:off x="3443688" y="5152596"/>
            <a:ext cx="25403" cy="31747"/>
          </a:xfrm>
          <a:custGeom>
            <a:rect b="b" l="l" r="r" t="t"/>
            <a:pathLst>
              <a:path extrusionOk="0" h="31747" w="25403">
                <a:moveTo>
                  <a:pt x="0" y="0"/>
                </a:moveTo>
                <a:lnTo>
                  <a:pt x="25403" y="0"/>
                </a:lnTo>
                <a:lnTo>
                  <a:pt x="25403" y="31747"/>
                </a:lnTo>
                <a:lnTo>
                  <a:pt x="0" y="31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p16"/>
          <p:cNvSpPr/>
          <p:nvPr/>
        </p:nvSpPr>
        <p:spPr>
          <a:xfrm>
            <a:off x="3350076" y="5053441"/>
            <a:ext cx="31747" cy="31747"/>
          </a:xfrm>
          <a:custGeom>
            <a:rect b="b" l="l" r="r" t="t"/>
            <a:pathLst>
              <a:path extrusionOk="0" h="31747" w="31747">
                <a:moveTo>
                  <a:pt x="0" y="0"/>
                </a:moveTo>
                <a:lnTo>
                  <a:pt x="31747" y="0"/>
                </a:lnTo>
                <a:lnTo>
                  <a:pt x="31747" y="31747"/>
                </a:lnTo>
                <a:lnTo>
                  <a:pt x="0" y="31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p16"/>
          <p:cNvSpPr/>
          <p:nvPr/>
        </p:nvSpPr>
        <p:spPr>
          <a:xfrm>
            <a:off x="3392224" y="5053384"/>
            <a:ext cx="31747" cy="31747"/>
          </a:xfrm>
          <a:custGeom>
            <a:rect b="b" l="l" r="r" t="t"/>
            <a:pathLst>
              <a:path extrusionOk="0" h="31747" w="31747">
                <a:moveTo>
                  <a:pt x="0" y="0"/>
                </a:moveTo>
                <a:lnTo>
                  <a:pt x="31747" y="0"/>
                </a:lnTo>
                <a:lnTo>
                  <a:pt x="31747" y="31747"/>
                </a:lnTo>
                <a:lnTo>
                  <a:pt x="0" y="31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p16"/>
          <p:cNvSpPr/>
          <p:nvPr/>
        </p:nvSpPr>
        <p:spPr>
          <a:xfrm>
            <a:off x="3338827" y="5103657"/>
            <a:ext cx="12697" cy="50797"/>
          </a:xfrm>
          <a:custGeom>
            <a:rect b="b" l="l" r="r" t="t"/>
            <a:pathLst>
              <a:path extrusionOk="0" h="50797" w="12697">
                <a:moveTo>
                  <a:pt x="0" y="0"/>
                </a:moveTo>
                <a:lnTo>
                  <a:pt x="12697" y="0"/>
                </a:lnTo>
                <a:lnTo>
                  <a:pt x="126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p16"/>
          <p:cNvSpPr/>
          <p:nvPr/>
        </p:nvSpPr>
        <p:spPr>
          <a:xfrm>
            <a:off x="3431220" y="5054108"/>
            <a:ext cx="9525" cy="38100"/>
          </a:xfrm>
          <a:custGeom>
            <a:rect b="b" l="l" r="r" t="t"/>
            <a:pathLst>
              <a:path extrusionOk="0" h="50800" w="12700">
                <a:moveTo>
                  <a:pt x="0" y="0"/>
                </a:moveTo>
                <a:lnTo>
                  <a:pt x="12700" y="0"/>
                </a:lnTo>
                <a:lnTo>
                  <a:pt x="127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7">
              <a:alphaModFix/>
            </a:blip>
            <a:stretch>
              <a:fillRect b="300" l="-24699" r="-8600" t="-299"/>
            </a:stretch>
          </a:blipFill>
          <a:ln>
            <a:noFill/>
          </a:ln>
        </p:spPr>
      </p:sp>
      <p:sp>
        <p:nvSpPr>
          <p:cNvPr id="203" name="Google Shape;203;p16"/>
          <p:cNvSpPr/>
          <p:nvPr/>
        </p:nvSpPr>
        <p:spPr>
          <a:xfrm>
            <a:off x="3405483" y="5030429"/>
            <a:ext cx="38100" cy="38100"/>
          </a:xfrm>
          <a:custGeom>
            <a:rect b="b" l="l" r="r" t="t"/>
            <a:pathLst>
              <a:path extrusionOk="0" h="38100" w="38100">
                <a:moveTo>
                  <a:pt x="0" y="0"/>
                </a:moveTo>
                <a:lnTo>
                  <a:pt x="38100" y="0"/>
                </a:lnTo>
                <a:lnTo>
                  <a:pt x="381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p16"/>
          <p:cNvSpPr/>
          <p:nvPr/>
        </p:nvSpPr>
        <p:spPr>
          <a:xfrm>
            <a:off x="3317224" y="5122593"/>
            <a:ext cx="12697" cy="38100"/>
          </a:xfrm>
          <a:custGeom>
            <a:rect b="b" l="l" r="r" t="t"/>
            <a:pathLst>
              <a:path extrusionOk="0" h="38100" w="12697">
                <a:moveTo>
                  <a:pt x="0" y="0"/>
                </a:moveTo>
                <a:lnTo>
                  <a:pt x="12697" y="0"/>
                </a:lnTo>
                <a:lnTo>
                  <a:pt x="12697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p16"/>
          <p:cNvSpPr/>
          <p:nvPr/>
        </p:nvSpPr>
        <p:spPr>
          <a:xfrm>
            <a:off x="3421256" y="5102723"/>
            <a:ext cx="38100" cy="31747"/>
          </a:xfrm>
          <a:custGeom>
            <a:rect b="b" l="l" r="r" t="t"/>
            <a:pathLst>
              <a:path extrusionOk="0" h="31747" w="38100">
                <a:moveTo>
                  <a:pt x="0" y="0"/>
                </a:moveTo>
                <a:lnTo>
                  <a:pt x="38100" y="0"/>
                </a:lnTo>
                <a:lnTo>
                  <a:pt x="38100" y="31747"/>
                </a:lnTo>
                <a:lnTo>
                  <a:pt x="0" y="31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6" name="Google Shape;206;p16"/>
          <p:cNvSpPr/>
          <p:nvPr/>
        </p:nvSpPr>
        <p:spPr>
          <a:xfrm>
            <a:off x="6159503" y="4874562"/>
            <a:ext cx="5283203" cy="1403347"/>
          </a:xfrm>
          <a:custGeom>
            <a:rect b="b" l="l" r="r" t="t"/>
            <a:pathLst>
              <a:path extrusionOk="0" h="1403347" w="5283203">
                <a:moveTo>
                  <a:pt x="0" y="0"/>
                </a:moveTo>
                <a:lnTo>
                  <a:pt x="5283203" y="0"/>
                </a:lnTo>
                <a:lnTo>
                  <a:pt x="5283203" y="1403346"/>
                </a:lnTo>
                <a:lnTo>
                  <a:pt x="0" y="14033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1">
              <a:alphaModFix/>
            </a:blip>
            <a:stretch>
              <a:fillRect b="0" l="11" r="-11" t="0"/>
            </a:stretch>
          </a:blipFill>
          <a:ln>
            <a:noFill/>
          </a:ln>
        </p:spPr>
      </p:sp>
      <p:sp>
        <p:nvSpPr>
          <p:cNvPr id="207" name="Google Shape;207;p16"/>
          <p:cNvSpPr/>
          <p:nvPr/>
        </p:nvSpPr>
        <p:spPr>
          <a:xfrm>
            <a:off x="6151636" y="4864551"/>
            <a:ext cx="5295900" cy="1422397"/>
          </a:xfrm>
          <a:custGeom>
            <a:rect b="b" l="l" r="r" t="t"/>
            <a:pathLst>
              <a:path extrusionOk="0" h="1422397" w="5295900">
                <a:moveTo>
                  <a:pt x="0" y="0"/>
                </a:moveTo>
                <a:lnTo>
                  <a:pt x="5295900" y="0"/>
                </a:lnTo>
                <a:lnTo>
                  <a:pt x="5295900" y="1422397"/>
                </a:lnTo>
                <a:lnTo>
                  <a:pt x="0" y="14223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8" name="Google Shape;208;p16"/>
          <p:cNvSpPr/>
          <p:nvPr/>
        </p:nvSpPr>
        <p:spPr>
          <a:xfrm>
            <a:off x="6169342" y="4884544"/>
            <a:ext cx="5264153" cy="450847"/>
          </a:xfrm>
          <a:custGeom>
            <a:rect b="b" l="l" r="r" t="t"/>
            <a:pathLst>
              <a:path extrusionOk="0" h="450847" w="5264153">
                <a:moveTo>
                  <a:pt x="0" y="0"/>
                </a:moveTo>
                <a:lnTo>
                  <a:pt x="5264154" y="0"/>
                </a:lnTo>
                <a:lnTo>
                  <a:pt x="5264154" y="450847"/>
                </a:lnTo>
                <a:lnTo>
                  <a:pt x="0" y="4508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16"/>
          <p:cNvSpPr/>
          <p:nvPr/>
        </p:nvSpPr>
        <p:spPr>
          <a:xfrm>
            <a:off x="8850097" y="5006092"/>
            <a:ext cx="31747" cy="31747"/>
          </a:xfrm>
          <a:custGeom>
            <a:rect b="b" l="l" r="r" t="t"/>
            <a:pathLst>
              <a:path extrusionOk="0" h="31747" w="31747">
                <a:moveTo>
                  <a:pt x="0" y="0"/>
                </a:moveTo>
                <a:lnTo>
                  <a:pt x="31746" y="0"/>
                </a:lnTo>
                <a:lnTo>
                  <a:pt x="31746" y="31747"/>
                </a:lnTo>
                <a:lnTo>
                  <a:pt x="0" y="31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0" name="Google Shape;210;p16"/>
          <p:cNvSpPr/>
          <p:nvPr/>
        </p:nvSpPr>
        <p:spPr>
          <a:xfrm>
            <a:off x="8840162" y="5020018"/>
            <a:ext cx="25403" cy="31747"/>
          </a:xfrm>
          <a:custGeom>
            <a:rect b="b" l="l" r="r" t="t"/>
            <a:pathLst>
              <a:path extrusionOk="0" h="31747" w="25403">
                <a:moveTo>
                  <a:pt x="0" y="0"/>
                </a:moveTo>
                <a:lnTo>
                  <a:pt x="25403" y="0"/>
                </a:lnTo>
                <a:lnTo>
                  <a:pt x="25403" y="31747"/>
                </a:lnTo>
                <a:lnTo>
                  <a:pt x="0" y="31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1" name="Google Shape;211;p16"/>
          <p:cNvSpPr/>
          <p:nvPr/>
        </p:nvSpPr>
        <p:spPr>
          <a:xfrm>
            <a:off x="8719928" y="5059709"/>
            <a:ext cx="126997" cy="38100"/>
          </a:xfrm>
          <a:custGeom>
            <a:rect b="b" l="l" r="r" t="t"/>
            <a:pathLst>
              <a:path extrusionOk="0" h="38100" w="126997">
                <a:moveTo>
                  <a:pt x="0" y="0"/>
                </a:moveTo>
                <a:lnTo>
                  <a:pt x="126997" y="0"/>
                </a:lnTo>
                <a:lnTo>
                  <a:pt x="126997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16"/>
          <p:cNvSpPr/>
          <p:nvPr/>
        </p:nvSpPr>
        <p:spPr>
          <a:xfrm>
            <a:off x="8735387" y="5123574"/>
            <a:ext cx="133350" cy="107947"/>
          </a:xfrm>
          <a:custGeom>
            <a:rect b="b" l="l" r="r" t="t"/>
            <a:pathLst>
              <a:path extrusionOk="0" h="107947" w="133350">
                <a:moveTo>
                  <a:pt x="0" y="0"/>
                </a:moveTo>
                <a:lnTo>
                  <a:pt x="133350" y="0"/>
                </a:lnTo>
                <a:lnTo>
                  <a:pt x="133350" y="107947"/>
                </a:lnTo>
                <a:lnTo>
                  <a:pt x="0" y="1079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16"/>
          <p:cNvSpPr/>
          <p:nvPr/>
        </p:nvSpPr>
        <p:spPr>
          <a:xfrm>
            <a:off x="8786346" y="5082197"/>
            <a:ext cx="12697" cy="114300"/>
          </a:xfrm>
          <a:custGeom>
            <a:rect b="b" l="l" r="r" t="t"/>
            <a:pathLst>
              <a:path extrusionOk="0" h="114300" w="12697">
                <a:moveTo>
                  <a:pt x="0" y="0"/>
                </a:moveTo>
                <a:lnTo>
                  <a:pt x="12697" y="0"/>
                </a:lnTo>
                <a:lnTo>
                  <a:pt x="12697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p16"/>
          <p:cNvSpPr/>
          <p:nvPr/>
        </p:nvSpPr>
        <p:spPr>
          <a:xfrm>
            <a:off x="8850049" y="5020104"/>
            <a:ext cx="31747" cy="31747"/>
          </a:xfrm>
          <a:custGeom>
            <a:rect b="b" l="l" r="r" t="t"/>
            <a:pathLst>
              <a:path extrusionOk="0" h="31747" w="31747">
                <a:moveTo>
                  <a:pt x="0" y="0"/>
                </a:moveTo>
                <a:lnTo>
                  <a:pt x="31747" y="0"/>
                </a:lnTo>
                <a:lnTo>
                  <a:pt x="31747" y="31746"/>
                </a:lnTo>
                <a:lnTo>
                  <a:pt x="0" y="317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16"/>
          <p:cNvSpPr/>
          <p:nvPr/>
        </p:nvSpPr>
        <p:spPr>
          <a:xfrm>
            <a:off x="8841667" y="5008997"/>
            <a:ext cx="19050" cy="28575"/>
          </a:xfrm>
          <a:custGeom>
            <a:rect b="b" l="l" r="r" t="t"/>
            <a:pathLst>
              <a:path extrusionOk="0" h="38100" w="25400">
                <a:moveTo>
                  <a:pt x="0" y="0"/>
                </a:moveTo>
                <a:lnTo>
                  <a:pt x="25400" y="0"/>
                </a:lnTo>
                <a:lnTo>
                  <a:pt x="25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0">
              <a:alphaModFix/>
            </a:blip>
            <a:stretch>
              <a:fillRect b="-665" l="-16750" r="-16599" t="-10433"/>
            </a:stretch>
          </a:blipFill>
          <a:ln>
            <a:noFill/>
          </a:ln>
        </p:spPr>
      </p:sp>
      <p:sp>
        <p:nvSpPr>
          <p:cNvPr id="216" name="Google Shape;216;p16"/>
          <p:cNvSpPr/>
          <p:nvPr/>
        </p:nvSpPr>
        <p:spPr>
          <a:xfrm>
            <a:off x="8849477" y="4998339"/>
            <a:ext cx="12697" cy="19050"/>
          </a:xfrm>
          <a:custGeom>
            <a:rect b="b" l="l" r="r" t="t"/>
            <a:pathLst>
              <a:path extrusionOk="0" h="19050" w="12697">
                <a:moveTo>
                  <a:pt x="0" y="0"/>
                </a:moveTo>
                <a:lnTo>
                  <a:pt x="12697" y="0"/>
                </a:lnTo>
                <a:lnTo>
                  <a:pt x="1269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16"/>
          <p:cNvSpPr/>
          <p:nvPr/>
        </p:nvSpPr>
        <p:spPr>
          <a:xfrm>
            <a:off x="8789880" y="4993205"/>
            <a:ext cx="19050" cy="31747"/>
          </a:xfrm>
          <a:custGeom>
            <a:rect b="b" l="l" r="r" t="t"/>
            <a:pathLst>
              <a:path extrusionOk="0" h="31747" w="19050">
                <a:moveTo>
                  <a:pt x="0" y="0"/>
                </a:moveTo>
                <a:lnTo>
                  <a:pt x="19050" y="0"/>
                </a:lnTo>
                <a:lnTo>
                  <a:pt x="19050" y="31747"/>
                </a:lnTo>
                <a:lnTo>
                  <a:pt x="0" y="31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16"/>
          <p:cNvSpPr/>
          <p:nvPr/>
        </p:nvSpPr>
        <p:spPr>
          <a:xfrm>
            <a:off x="8799528" y="5014150"/>
            <a:ext cx="31747" cy="31747"/>
          </a:xfrm>
          <a:custGeom>
            <a:rect b="b" l="l" r="r" t="t"/>
            <a:pathLst>
              <a:path extrusionOk="0" h="31747" w="31747">
                <a:moveTo>
                  <a:pt x="0" y="0"/>
                </a:moveTo>
                <a:lnTo>
                  <a:pt x="31747" y="0"/>
                </a:lnTo>
                <a:lnTo>
                  <a:pt x="31747" y="31747"/>
                </a:lnTo>
                <a:lnTo>
                  <a:pt x="0" y="31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16"/>
          <p:cNvSpPr/>
          <p:nvPr/>
        </p:nvSpPr>
        <p:spPr>
          <a:xfrm>
            <a:off x="8803043" y="5027466"/>
            <a:ext cx="19050" cy="38100"/>
          </a:xfrm>
          <a:custGeom>
            <a:rect b="b" l="l" r="r" t="t"/>
            <a:pathLst>
              <a:path extrusionOk="0" h="38100" w="19050">
                <a:moveTo>
                  <a:pt x="0" y="0"/>
                </a:moveTo>
                <a:lnTo>
                  <a:pt x="19050" y="0"/>
                </a:lnTo>
                <a:lnTo>
                  <a:pt x="1905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0" name="Google Shape;220;p16"/>
          <p:cNvSpPr/>
          <p:nvPr/>
        </p:nvSpPr>
        <p:spPr>
          <a:xfrm>
            <a:off x="8786298" y="5039878"/>
            <a:ext cx="31747" cy="19050"/>
          </a:xfrm>
          <a:custGeom>
            <a:rect b="b" l="l" r="r" t="t"/>
            <a:pathLst>
              <a:path extrusionOk="0" h="19050" w="31747">
                <a:moveTo>
                  <a:pt x="0" y="0"/>
                </a:moveTo>
                <a:lnTo>
                  <a:pt x="31747" y="0"/>
                </a:lnTo>
                <a:lnTo>
                  <a:pt x="3174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16"/>
          <p:cNvSpPr/>
          <p:nvPr/>
        </p:nvSpPr>
        <p:spPr>
          <a:xfrm>
            <a:off x="8767782" y="5039849"/>
            <a:ext cx="31747" cy="19050"/>
          </a:xfrm>
          <a:custGeom>
            <a:rect b="b" l="l" r="r" t="t"/>
            <a:pathLst>
              <a:path extrusionOk="0" h="19050" w="31747">
                <a:moveTo>
                  <a:pt x="0" y="0"/>
                </a:moveTo>
                <a:lnTo>
                  <a:pt x="31746" y="0"/>
                </a:lnTo>
                <a:lnTo>
                  <a:pt x="3174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16"/>
          <p:cNvSpPr/>
          <p:nvPr/>
        </p:nvSpPr>
        <p:spPr>
          <a:xfrm>
            <a:off x="8768705" y="5027419"/>
            <a:ext cx="19050" cy="38100"/>
          </a:xfrm>
          <a:custGeom>
            <a:rect b="b" l="l" r="r" t="t"/>
            <a:pathLst>
              <a:path extrusionOk="0" h="38100" w="19050">
                <a:moveTo>
                  <a:pt x="0" y="0"/>
                </a:moveTo>
                <a:lnTo>
                  <a:pt x="19050" y="0"/>
                </a:lnTo>
                <a:lnTo>
                  <a:pt x="1905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p16"/>
          <p:cNvSpPr/>
          <p:nvPr/>
        </p:nvSpPr>
        <p:spPr>
          <a:xfrm>
            <a:off x="8757990" y="5014284"/>
            <a:ext cx="31747" cy="31747"/>
          </a:xfrm>
          <a:custGeom>
            <a:rect b="b" l="l" r="r" t="t"/>
            <a:pathLst>
              <a:path extrusionOk="0" h="31747" w="31747">
                <a:moveTo>
                  <a:pt x="0" y="0"/>
                </a:moveTo>
                <a:lnTo>
                  <a:pt x="31747" y="0"/>
                </a:lnTo>
                <a:lnTo>
                  <a:pt x="31747" y="31747"/>
                </a:lnTo>
                <a:lnTo>
                  <a:pt x="0" y="31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16"/>
          <p:cNvSpPr/>
          <p:nvPr/>
        </p:nvSpPr>
        <p:spPr>
          <a:xfrm>
            <a:off x="8781745" y="4993205"/>
            <a:ext cx="19050" cy="31747"/>
          </a:xfrm>
          <a:custGeom>
            <a:rect b="b" l="l" r="r" t="t"/>
            <a:pathLst>
              <a:path extrusionOk="0" h="31747" w="19050">
                <a:moveTo>
                  <a:pt x="0" y="0"/>
                </a:moveTo>
                <a:lnTo>
                  <a:pt x="19050" y="0"/>
                </a:lnTo>
                <a:lnTo>
                  <a:pt x="19050" y="31747"/>
                </a:lnTo>
                <a:lnTo>
                  <a:pt x="0" y="31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16"/>
          <p:cNvSpPr/>
          <p:nvPr/>
        </p:nvSpPr>
        <p:spPr>
          <a:xfrm>
            <a:off x="8852992" y="5082111"/>
            <a:ext cx="12697" cy="57150"/>
          </a:xfrm>
          <a:custGeom>
            <a:rect b="b" l="l" r="r" t="t"/>
            <a:pathLst>
              <a:path extrusionOk="0" h="57150" w="12697">
                <a:moveTo>
                  <a:pt x="0" y="0"/>
                </a:moveTo>
                <a:lnTo>
                  <a:pt x="12697" y="0"/>
                </a:lnTo>
                <a:lnTo>
                  <a:pt x="12697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6" name="Google Shape;226;p16"/>
          <p:cNvSpPr/>
          <p:nvPr/>
        </p:nvSpPr>
        <p:spPr>
          <a:xfrm>
            <a:off x="8725081" y="5016522"/>
            <a:ext cx="12697" cy="38100"/>
          </a:xfrm>
          <a:custGeom>
            <a:rect b="b" l="l" r="r" t="t"/>
            <a:pathLst>
              <a:path extrusionOk="0" h="38100" w="12697">
                <a:moveTo>
                  <a:pt x="0" y="0"/>
                </a:moveTo>
                <a:lnTo>
                  <a:pt x="12697" y="0"/>
                </a:lnTo>
                <a:lnTo>
                  <a:pt x="12697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7" name="Google Shape;227;p16"/>
          <p:cNvSpPr/>
          <p:nvPr/>
        </p:nvSpPr>
        <p:spPr>
          <a:xfrm>
            <a:off x="8721328" y="5107638"/>
            <a:ext cx="31747" cy="76200"/>
          </a:xfrm>
          <a:custGeom>
            <a:rect b="b" l="l" r="r" t="t"/>
            <a:pathLst>
              <a:path extrusionOk="0" h="76200" w="31747">
                <a:moveTo>
                  <a:pt x="0" y="0"/>
                </a:moveTo>
                <a:lnTo>
                  <a:pt x="31747" y="0"/>
                </a:lnTo>
                <a:lnTo>
                  <a:pt x="31747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16"/>
          <p:cNvSpPr/>
          <p:nvPr/>
        </p:nvSpPr>
        <p:spPr>
          <a:xfrm>
            <a:off x="8719709" y="5080864"/>
            <a:ext cx="12697" cy="38100"/>
          </a:xfrm>
          <a:custGeom>
            <a:rect b="b" l="l" r="r" t="t"/>
            <a:pathLst>
              <a:path extrusionOk="0" h="38100" w="12697">
                <a:moveTo>
                  <a:pt x="0" y="0"/>
                </a:moveTo>
                <a:lnTo>
                  <a:pt x="12697" y="0"/>
                </a:lnTo>
                <a:lnTo>
                  <a:pt x="12697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16"/>
          <p:cNvSpPr/>
          <p:nvPr/>
        </p:nvSpPr>
        <p:spPr>
          <a:xfrm>
            <a:off x="8754027" y="3668878"/>
            <a:ext cx="85725" cy="9525"/>
          </a:xfrm>
          <a:custGeom>
            <a:rect b="b" l="l" r="r" t="t"/>
            <a:pathLst>
              <a:path extrusionOk="0" h="12700" w="114300">
                <a:moveTo>
                  <a:pt x="0" y="0"/>
                </a:moveTo>
                <a:lnTo>
                  <a:pt x="114300" y="0"/>
                </a:lnTo>
                <a:lnTo>
                  <a:pt x="1143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4">
              <a:alphaModFix/>
            </a:blip>
            <a:stretch>
              <a:fillRect b="-18299" l="-1066" r="-2633" t="-15000"/>
            </a:stretch>
          </a:blipFill>
          <a:ln>
            <a:noFill/>
          </a:ln>
        </p:spPr>
      </p:sp>
      <p:sp>
        <p:nvSpPr>
          <p:cNvPr id="230" name="Google Shape;230;p16"/>
          <p:cNvSpPr/>
          <p:nvPr/>
        </p:nvSpPr>
        <p:spPr>
          <a:xfrm>
            <a:off x="8805720" y="3571780"/>
            <a:ext cx="31747" cy="12697"/>
          </a:xfrm>
          <a:custGeom>
            <a:rect b="b" l="l" r="r" t="t"/>
            <a:pathLst>
              <a:path extrusionOk="0" h="12697" w="31747">
                <a:moveTo>
                  <a:pt x="0" y="0"/>
                </a:moveTo>
                <a:lnTo>
                  <a:pt x="31746" y="0"/>
                </a:lnTo>
                <a:lnTo>
                  <a:pt x="31746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1" name="Google Shape;231;p16"/>
          <p:cNvSpPr/>
          <p:nvPr/>
        </p:nvSpPr>
        <p:spPr>
          <a:xfrm>
            <a:off x="8807396" y="3619805"/>
            <a:ext cx="47625" cy="9525"/>
          </a:xfrm>
          <a:custGeom>
            <a:rect b="b" l="l" r="r" t="t"/>
            <a:pathLst>
              <a:path extrusionOk="0" h="12700" w="63500">
                <a:moveTo>
                  <a:pt x="0" y="0"/>
                </a:moveTo>
                <a:lnTo>
                  <a:pt x="63500" y="0"/>
                </a:lnTo>
                <a:lnTo>
                  <a:pt x="635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6">
              <a:alphaModFix/>
            </a:blip>
            <a:stretch>
              <a:fillRect b="-18399" l="-1100" r="-5560" t="-14899"/>
            </a:stretch>
          </a:blipFill>
          <a:ln>
            <a:noFill/>
          </a:ln>
        </p:spPr>
      </p:sp>
      <p:sp>
        <p:nvSpPr>
          <p:cNvPr id="232" name="Google Shape;232;p16"/>
          <p:cNvSpPr/>
          <p:nvPr/>
        </p:nvSpPr>
        <p:spPr>
          <a:xfrm>
            <a:off x="8829561" y="3667392"/>
            <a:ext cx="31747" cy="12697"/>
          </a:xfrm>
          <a:custGeom>
            <a:rect b="b" l="l" r="r" t="t"/>
            <a:pathLst>
              <a:path extrusionOk="0" h="12697" w="31747">
                <a:moveTo>
                  <a:pt x="0" y="0"/>
                </a:moveTo>
                <a:lnTo>
                  <a:pt x="31747" y="0"/>
                </a:lnTo>
                <a:lnTo>
                  <a:pt x="31747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16"/>
          <p:cNvSpPr/>
          <p:nvPr/>
        </p:nvSpPr>
        <p:spPr>
          <a:xfrm>
            <a:off x="3342103" y="5210089"/>
            <a:ext cx="38100" cy="19050"/>
          </a:xfrm>
          <a:custGeom>
            <a:rect b="b" l="l" r="r" t="t"/>
            <a:pathLst>
              <a:path extrusionOk="0" h="19050" w="38100">
                <a:moveTo>
                  <a:pt x="0" y="0"/>
                </a:moveTo>
                <a:lnTo>
                  <a:pt x="38100" y="0"/>
                </a:lnTo>
                <a:lnTo>
                  <a:pt x="381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16"/>
          <p:cNvSpPr/>
          <p:nvPr/>
        </p:nvSpPr>
        <p:spPr>
          <a:xfrm>
            <a:off x="3395920" y="5210042"/>
            <a:ext cx="38100" cy="19050"/>
          </a:xfrm>
          <a:custGeom>
            <a:rect b="b" l="l" r="r" t="t"/>
            <a:pathLst>
              <a:path extrusionOk="0" h="19050" w="38100">
                <a:moveTo>
                  <a:pt x="0" y="0"/>
                </a:moveTo>
                <a:lnTo>
                  <a:pt x="38100" y="0"/>
                </a:lnTo>
                <a:lnTo>
                  <a:pt x="381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16"/>
          <p:cNvSpPr/>
          <p:nvPr/>
        </p:nvSpPr>
        <p:spPr>
          <a:xfrm>
            <a:off x="3343970" y="5029410"/>
            <a:ext cx="25403" cy="19050"/>
          </a:xfrm>
          <a:custGeom>
            <a:rect b="b" l="l" r="r" t="t"/>
            <a:pathLst>
              <a:path extrusionOk="0" h="19050" w="25403">
                <a:moveTo>
                  <a:pt x="0" y="0"/>
                </a:moveTo>
                <a:lnTo>
                  <a:pt x="25404" y="0"/>
                </a:lnTo>
                <a:lnTo>
                  <a:pt x="25404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6" name="Google Shape;236;p16"/>
          <p:cNvSpPr/>
          <p:nvPr/>
        </p:nvSpPr>
        <p:spPr>
          <a:xfrm>
            <a:off x="3346161" y="5095218"/>
            <a:ext cx="82553" cy="12697"/>
          </a:xfrm>
          <a:custGeom>
            <a:rect b="b" l="l" r="r" t="t"/>
            <a:pathLst>
              <a:path extrusionOk="0" h="12697" w="82553">
                <a:moveTo>
                  <a:pt x="0" y="0"/>
                </a:moveTo>
                <a:lnTo>
                  <a:pt x="82553" y="0"/>
                </a:lnTo>
                <a:lnTo>
                  <a:pt x="82553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p16"/>
          <p:cNvSpPr/>
          <p:nvPr/>
        </p:nvSpPr>
        <p:spPr>
          <a:xfrm>
            <a:off x="3355200" y="5164769"/>
            <a:ext cx="57150" cy="12697"/>
          </a:xfrm>
          <a:custGeom>
            <a:rect b="b" l="l" r="r" t="t"/>
            <a:pathLst>
              <a:path extrusionOk="0" h="12697" w="57150">
                <a:moveTo>
                  <a:pt x="0" y="0"/>
                </a:moveTo>
                <a:lnTo>
                  <a:pt x="57150" y="0"/>
                </a:lnTo>
                <a:lnTo>
                  <a:pt x="57150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8" name="Google Shape;238;p16"/>
          <p:cNvSpPr/>
          <p:nvPr/>
        </p:nvSpPr>
        <p:spPr>
          <a:xfrm>
            <a:off x="3342065" y="5101599"/>
            <a:ext cx="9525" cy="19050"/>
          </a:xfrm>
          <a:custGeom>
            <a:rect b="b" l="l" r="r" t="t"/>
            <a:pathLst>
              <a:path extrusionOk="0" h="25400" w="12700">
                <a:moveTo>
                  <a:pt x="0" y="0"/>
                </a:moveTo>
                <a:lnTo>
                  <a:pt x="12700" y="0"/>
                </a:lnTo>
                <a:lnTo>
                  <a:pt x="12700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3">
              <a:alphaModFix/>
            </a:blip>
            <a:stretch>
              <a:fillRect b="13600" l="-7699" r="-25600" t="-13600"/>
            </a:stretch>
          </a:blipFill>
          <a:ln>
            <a:noFill/>
          </a:ln>
        </p:spPr>
      </p:sp>
      <p:sp>
        <p:nvSpPr>
          <p:cNvPr id="239" name="Google Shape;239;p16"/>
          <p:cNvSpPr/>
          <p:nvPr/>
        </p:nvSpPr>
        <p:spPr>
          <a:xfrm>
            <a:off x="3342523" y="5094989"/>
            <a:ext cx="12697" cy="19050"/>
          </a:xfrm>
          <a:custGeom>
            <a:rect b="b" l="l" r="r" t="t"/>
            <a:pathLst>
              <a:path extrusionOk="0" h="19050" w="12697">
                <a:moveTo>
                  <a:pt x="0" y="0"/>
                </a:moveTo>
                <a:lnTo>
                  <a:pt x="12696" y="0"/>
                </a:lnTo>
                <a:lnTo>
                  <a:pt x="1269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0" name="Google Shape;240;p16"/>
          <p:cNvSpPr/>
          <p:nvPr/>
        </p:nvSpPr>
        <p:spPr>
          <a:xfrm>
            <a:off x="3378432" y="5014218"/>
            <a:ext cx="19050" cy="9525"/>
          </a:xfrm>
          <a:custGeom>
            <a:rect b="b" l="l" r="r" t="t"/>
            <a:pathLst>
              <a:path extrusionOk="0" h="12700" w="25400">
                <a:moveTo>
                  <a:pt x="0" y="0"/>
                </a:moveTo>
                <a:lnTo>
                  <a:pt x="25400" y="0"/>
                </a:lnTo>
                <a:lnTo>
                  <a:pt x="254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5">
              <a:alphaModFix/>
            </a:blip>
            <a:stretch>
              <a:fillRect b="-27500" l="-14450" r="14450" t="-5800"/>
            </a:stretch>
          </a:blipFill>
          <a:ln>
            <a:noFill/>
          </a:ln>
        </p:spPr>
      </p:sp>
      <p:sp>
        <p:nvSpPr>
          <p:cNvPr id="241" name="Google Shape;241;p16"/>
          <p:cNvSpPr/>
          <p:nvPr/>
        </p:nvSpPr>
        <p:spPr>
          <a:xfrm>
            <a:off x="3354838" y="5030086"/>
            <a:ext cx="63503" cy="12697"/>
          </a:xfrm>
          <a:custGeom>
            <a:rect b="b" l="l" r="r" t="t"/>
            <a:pathLst>
              <a:path extrusionOk="0" h="12697" w="63503">
                <a:moveTo>
                  <a:pt x="0" y="0"/>
                </a:moveTo>
                <a:lnTo>
                  <a:pt x="63504" y="0"/>
                </a:lnTo>
                <a:lnTo>
                  <a:pt x="63504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2" name="Google Shape;242;p16"/>
          <p:cNvSpPr/>
          <p:nvPr/>
        </p:nvSpPr>
        <p:spPr>
          <a:xfrm>
            <a:off x="3351629" y="5068148"/>
            <a:ext cx="9525" cy="9525"/>
          </a:xfrm>
          <a:custGeom>
            <a:rect b="b" l="l" r="r" t="t"/>
            <a:pathLst>
              <a:path extrusionOk="0" h="12700" w="12700">
                <a:moveTo>
                  <a:pt x="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7">
              <a:alphaModFix/>
            </a:blip>
            <a:stretch>
              <a:fillRect b="-23899" l="-13699" r="-19600" t="-9399"/>
            </a:stretch>
          </a:blipFill>
          <a:ln>
            <a:noFill/>
          </a:ln>
        </p:spPr>
      </p:sp>
      <p:sp>
        <p:nvSpPr>
          <p:cNvPr id="243" name="Google Shape;243;p16"/>
          <p:cNvSpPr/>
          <p:nvPr/>
        </p:nvSpPr>
        <p:spPr>
          <a:xfrm>
            <a:off x="8836933" y="5074206"/>
            <a:ext cx="31747" cy="19050"/>
          </a:xfrm>
          <a:custGeom>
            <a:rect b="b" l="l" r="r" t="t"/>
            <a:pathLst>
              <a:path extrusionOk="0" h="19050" w="31747">
                <a:moveTo>
                  <a:pt x="0" y="0"/>
                </a:moveTo>
                <a:lnTo>
                  <a:pt x="31747" y="0"/>
                </a:lnTo>
                <a:lnTo>
                  <a:pt x="3174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p16"/>
          <p:cNvSpPr/>
          <p:nvPr/>
        </p:nvSpPr>
        <p:spPr>
          <a:xfrm>
            <a:off x="8832847" y="5019704"/>
            <a:ext cx="19050" cy="12697"/>
          </a:xfrm>
          <a:custGeom>
            <a:rect b="b" l="l" r="r" t="t"/>
            <a:pathLst>
              <a:path extrusionOk="0" h="12697" w="19050">
                <a:moveTo>
                  <a:pt x="0" y="0"/>
                </a:moveTo>
                <a:lnTo>
                  <a:pt x="19050" y="0"/>
                </a:lnTo>
                <a:lnTo>
                  <a:pt x="19050" y="12696"/>
                </a:lnTo>
                <a:lnTo>
                  <a:pt x="0" y="126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5" name="Google Shape;245;p16"/>
          <p:cNvSpPr/>
          <p:nvPr/>
        </p:nvSpPr>
        <p:spPr>
          <a:xfrm>
            <a:off x="8850697" y="5035306"/>
            <a:ext cx="12697" cy="19050"/>
          </a:xfrm>
          <a:custGeom>
            <a:rect b="b" l="l" r="r" t="t"/>
            <a:pathLst>
              <a:path extrusionOk="0" h="19050" w="12697">
                <a:moveTo>
                  <a:pt x="0" y="0"/>
                </a:moveTo>
                <a:lnTo>
                  <a:pt x="12697" y="0"/>
                </a:lnTo>
                <a:lnTo>
                  <a:pt x="1269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6" name="Google Shape;246;p16"/>
          <p:cNvSpPr/>
          <p:nvPr/>
        </p:nvSpPr>
        <p:spPr>
          <a:xfrm>
            <a:off x="8863594" y="5019723"/>
            <a:ext cx="19050" cy="12697"/>
          </a:xfrm>
          <a:custGeom>
            <a:rect b="b" l="l" r="r" t="t"/>
            <a:pathLst>
              <a:path extrusionOk="0" h="12697" w="19050">
                <a:moveTo>
                  <a:pt x="0" y="0"/>
                </a:moveTo>
                <a:lnTo>
                  <a:pt x="19050" y="0"/>
                </a:lnTo>
                <a:lnTo>
                  <a:pt x="19050" y="12696"/>
                </a:lnTo>
                <a:lnTo>
                  <a:pt x="0" y="126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7" name="Google Shape;247;p16"/>
          <p:cNvSpPr/>
          <p:nvPr/>
        </p:nvSpPr>
        <p:spPr>
          <a:xfrm>
            <a:off x="8798195" y="5015074"/>
            <a:ext cx="28575" cy="9525"/>
          </a:xfrm>
          <a:custGeom>
            <a:rect b="b" l="l" r="r" t="t"/>
            <a:pathLst>
              <a:path extrusionOk="0" h="12700" w="38100">
                <a:moveTo>
                  <a:pt x="0" y="0"/>
                </a:moveTo>
                <a:lnTo>
                  <a:pt x="38100" y="0"/>
                </a:lnTo>
                <a:lnTo>
                  <a:pt x="381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2">
              <a:alphaModFix/>
            </a:blip>
            <a:stretch>
              <a:fillRect b="-27099" l="-2766" r="-8334" t="-6198"/>
            </a:stretch>
          </a:blipFill>
          <a:ln>
            <a:noFill/>
          </a:ln>
        </p:spPr>
      </p:sp>
      <p:sp>
        <p:nvSpPr>
          <p:cNvPr id="248" name="Google Shape;248;p16"/>
          <p:cNvSpPr/>
          <p:nvPr/>
        </p:nvSpPr>
        <p:spPr>
          <a:xfrm>
            <a:off x="8761304" y="5014922"/>
            <a:ext cx="28575" cy="9525"/>
          </a:xfrm>
          <a:custGeom>
            <a:rect b="b" l="l" r="r" t="t"/>
            <a:pathLst>
              <a:path extrusionOk="0" h="12700" w="38100">
                <a:moveTo>
                  <a:pt x="0" y="0"/>
                </a:moveTo>
                <a:lnTo>
                  <a:pt x="38100" y="0"/>
                </a:lnTo>
                <a:lnTo>
                  <a:pt x="381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3">
              <a:alphaModFix/>
            </a:blip>
            <a:stretch>
              <a:fillRect b="-25400" l="-2633" r="-8466" t="-7899"/>
            </a:stretch>
          </a:blipFill>
          <a:ln>
            <a:noFill/>
          </a:ln>
        </p:spPr>
      </p:sp>
      <p:sp>
        <p:nvSpPr>
          <p:cNvPr id="249" name="Google Shape;249;p16"/>
          <p:cNvSpPr/>
          <p:nvPr/>
        </p:nvSpPr>
        <p:spPr>
          <a:xfrm>
            <a:off x="8713927" y="5030353"/>
            <a:ext cx="38100" cy="12697"/>
          </a:xfrm>
          <a:custGeom>
            <a:rect b="b" l="l" r="r" t="t"/>
            <a:pathLst>
              <a:path extrusionOk="0" h="12697" w="38100">
                <a:moveTo>
                  <a:pt x="0" y="0"/>
                </a:moveTo>
                <a:lnTo>
                  <a:pt x="38100" y="0"/>
                </a:lnTo>
                <a:lnTo>
                  <a:pt x="38100" y="12696"/>
                </a:lnTo>
                <a:lnTo>
                  <a:pt x="0" y="126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0" name="Google Shape;250;p16"/>
          <p:cNvSpPr/>
          <p:nvPr/>
        </p:nvSpPr>
        <p:spPr>
          <a:xfrm>
            <a:off x="-5010" y="-5349"/>
            <a:ext cx="1016003" cy="241297"/>
          </a:xfrm>
          <a:custGeom>
            <a:rect b="b" l="l" r="r" t="t"/>
            <a:pathLst>
              <a:path extrusionOk="0" h="481584" w="2023872">
                <a:moveTo>
                  <a:pt x="2023872" y="0"/>
                </a:moveTo>
                <a:lnTo>
                  <a:pt x="2023872" y="481584"/>
                </a:lnTo>
                <a:lnTo>
                  <a:pt x="0" y="481584"/>
                </a:lnTo>
                <a:lnTo>
                  <a:pt x="0" y="0"/>
                </a:lnTo>
                <a:lnTo>
                  <a:pt x="2023872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51" name="Google Shape;251;p16"/>
          <p:cNvSpPr/>
          <p:nvPr/>
        </p:nvSpPr>
        <p:spPr>
          <a:xfrm>
            <a:off x="-3087" y="-5781"/>
            <a:ext cx="5302253" cy="1422398"/>
          </a:xfrm>
          <a:custGeom>
            <a:rect b="b" l="l" r="r" t="t"/>
            <a:pathLst>
              <a:path extrusionOk="0" h="2840737" w="10594848">
                <a:moveTo>
                  <a:pt x="10594848" y="0"/>
                </a:moveTo>
                <a:lnTo>
                  <a:pt x="10594848" y="2840736"/>
                </a:lnTo>
                <a:lnTo>
                  <a:pt x="0" y="2840736"/>
                </a:lnTo>
                <a:lnTo>
                  <a:pt x="0" y="0"/>
                </a:lnTo>
                <a:lnTo>
                  <a:pt x="10594848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52" name="Google Shape;252;p16"/>
          <p:cNvSpPr/>
          <p:nvPr/>
        </p:nvSpPr>
        <p:spPr>
          <a:xfrm>
            <a:off x="-2608" y="-3659"/>
            <a:ext cx="5283203" cy="1403348"/>
          </a:xfrm>
          <a:custGeom>
            <a:rect b="b" l="l" r="r" t="t"/>
            <a:pathLst>
              <a:path extrusionOk="0" h="2804161" w="10558272">
                <a:moveTo>
                  <a:pt x="10558272" y="0"/>
                </a:moveTo>
                <a:lnTo>
                  <a:pt x="10558272" y="2804160"/>
                </a:lnTo>
                <a:lnTo>
                  <a:pt x="0" y="2804160"/>
                </a:lnTo>
                <a:lnTo>
                  <a:pt x="0" y="0"/>
                </a:lnTo>
                <a:lnTo>
                  <a:pt x="10558272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53" name="Google Shape;253;p16"/>
          <p:cNvSpPr/>
          <p:nvPr/>
        </p:nvSpPr>
        <p:spPr>
          <a:xfrm>
            <a:off x="0" y="-22284"/>
            <a:ext cx="5257800" cy="450848"/>
          </a:xfrm>
          <a:custGeom>
            <a:rect b="b" l="l" r="r" t="t"/>
            <a:pathLst>
              <a:path extrusionOk="0" h="896113" w="10515600">
                <a:moveTo>
                  <a:pt x="10515600" y="0"/>
                </a:moveTo>
                <a:lnTo>
                  <a:pt x="10515600" y="896112"/>
                </a:lnTo>
                <a:lnTo>
                  <a:pt x="0" y="896112"/>
                </a:lnTo>
                <a:lnTo>
                  <a:pt x="0" y="0"/>
                </a:lnTo>
                <a:lnTo>
                  <a:pt x="1051560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54" name="Google Shape;254;p16"/>
          <p:cNvSpPr/>
          <p:nvPr/>
        </p:nvSpPr>
        <p:spPr>
          <a:xfrm>
            <a:off x="-51277" y="-427403"/>
            <a:ext cx="120653" cy="44453"/>
          </a:xfrm>
          <a:custGeom>
            <a:rect b="b" l="l" r="r" t="t"/>
            <a:pathLst>
              <a:path extrusionOk="0" h="79248" w="237744">
                <a:moveTo>
                  <a:pt x="237744" y="0"/>
                </a:moveTo>
                <a:lnTo>
                  <a:pt x="237744" y="79247"/>
                </a:lnTo>
                <a:lnTo>
                  <a:pt x="0" y="79247"/>
                </a:lnTo>
                <a:lnTo>
                  <a:pt x="0" y="0"/>
                </a:lnTo>
                <a:lnTo>
                  <a:pt x="23774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55" name="Google Shape;255;p16"/>
          <p:cNvSpPr/>
          <p:nvPr/>
        </p:nvSpPr>
        <p:spPr>
          <a:xfrm>
            <a:off x="-138354" y="-146521"/>
            <a:ext cx="107947" cy="57150"/>
          </a:xfrm>
          <a:custGeom>
            <a:rect b="b" l="l" r="r" t="t"/>
            <a:pathLst>
              <a:path extrusionOk="0" h="109728" w="207264">
                <a:moveTo>
                  <a:pt x="207264" y="0"/>
                </a:moveTo>
                <a:lnTo>
                  <a:pt x="207264" y="109728"/>
                </a:lnTo>
                <a:lnTo>
                  <a:pt x="0" y="109728"/>
                </a:lnTo>
                <a:lnTo>
                  <a:pt x="0" y="0"/>
                </a:lnTo>
                <a:lnTo>
                  <a:pt x="20726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56" name="Google Shape;256;p16"/>
          <p:cNvSpPr/>
          <p:nvPr/>
        </p:nvSpPr>
        <p:spPr>
          <a:xfrm>
            <a:off x="-475668" y="-146767"/>
            <a:ext cx="38100" cy="31748"/>
          </a:xfrm>
          <a:custGeom>
            <a:rect b="b" l="l" r="r" t="t"/>
            <a:pathLst>
              <a:path extrusionOk="0" h="60961" w="67056">
                <a:moveTo>
                  <a:pt x="67056" y="0"/>
                </a:moveTo>
                <a:lnTo>
                  <a:pt x="67056" y="60960"/>
                </a:lnTo>
                <a:lnTo>
                  <a:pt x="0" y="60960"/>
                </a:lnTo>
                <a:lnTo>
                  <a:pt x="0" y="0"/>
                </a:lnTo>
                <a:lnTo>
                  <a:pt x="67056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57" name="Google Shape;257;p16"/>
          <p:cNvSpPr/>
          <p:nvPr/>
        </p:nvSpPr>
        <p:spPr>
          <a:xfrm>
            <a:off x="-10398" y="-148446"/>
            <a:ext cx="165097" cy="44453"/>
          </a:xfrm>
          <a:custGeom>
            <a:rect b="b" l="l" r="r" t="t"/>
            <a:pathLst>
              <a:path extrusionOk="0" h="85344" w="329184">
                <a:moveTo>
                  <a:pt x="329184" y="0"/>
                </a:moveTo>
                <a:lnTo>
                  <a:pt x="329184" y="85344"/>
                </a:lnTo>
                <a:lnTo>
                  <a:pt x="0" y="85344"/>
                </a:lnTo>
                <a:lnTo>
                  <a:pt x="0" y="0"/>
                </a:lnTo>
                <a:lnTo>
                  <a:pt x="32918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58" name="Google Shape;258;p16"/>
          <p:cNvSpPr/>
          <p:nvPr/>
        </p:nvSpPr>
        <p:spPr>
          <a:xfrm>
            <a:off x="-27321" y="-565801"/>
            <a:ext cx="95250" cy="31747"/>
          </a:xfrm>
          <a:custGeom>
            <a:rect b="b" l="l" r="r" t="t"/>
            <a:pathLst>
              <a:path extrusionOk="0" h="54864" w="188976">
                <a:moveTo>
                  <a:pt x="188976" y="0"/>
                </a:moveTo>
                <a:lnTo>
                  <a:pt x="188976" y="54864"/>
                </a:lnTo>
                <a:lnTo>
                  <a:pt x="0" y="54864"/>
                </a:lnTo>
                <a:lnTo>
                  <a:pt x="0" y="0"/>
                </a:lnTo>
                <a:lnTo>
                  <a:pt x="188976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59" name="Google Shape;259;p16"/>
          <p:cNvSpPr/>
          <p:nvPr/>
        </p:nvSpPr>
        <p:spPr>
          <a:xfrm>
            <a:off x="-141377" y="-152254"/>
            <a:ext cx="44453" cy="44453"/>
          </a:xfrm>
          <a:custGeom>
            <a:rect b="b" l="l" r="r" t="t"/>
            <a:pathLst>
              <a:path extrusionOk="0" h="85344" w="85344">
                <a:moveTo>
                  <a:pt x="85344" y="0"/>
                </a:moveTo>
                <a:lnTo>
                  <a:pt x="85344" y="85344"/>
                </a:lnTo>
                <a:lnTo>
                  <a:pt x="0" y="85344"/>
                </a:lnTo>
                <a:lnTo>
                  <a:pt x="0" y="0"/>
                </a:lnTo>
                <a:lnTo>
                  <a:pt x="8534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60" name="Google Shape;260;p16"/>
          <p:cNvSpPr/>
          <p:nvPr/>
        </p:nvSpPr>
        <p:spPr>
          <a:xfrm>
            <a:off x="-3087" y="-7972"/>
            <a:ext cx="5302253" cy="1422398"/>
          </a:xfrm>
          <a:custGeom>
            <a:rect b="b" l="l" r="r" t="t"/>
            <a:pathLst>
              <a:path extrusionOk="0" h="2840737" w="10594848">
                <a:moveTo>
                  <a:pt x="10594848" y="0"/>
                </a:moveTo>
                <a:lnTo>
                  <a:pt x="10594848" y="2840736"/>
                </a:lnTo>
                <a:lnTo>
                  <a:pt x="0" y="2840736"/>
                </a:lnTo>
                <a:lnTo>
                  <a:pt x="0" y="0"/>
                </a:lnTo>
                <a:lnTo>
                  <a:pt x="10594848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61" name="Google Shape;261;p16"/>
          <p:cNvSpPr/>
          <p:nvPr/>
        </p:nvSpPr>
        <p:spPr>
          <a:xfrm>
            <a:off x="-2608" y="-5045"/>
            <a:ext cx="5283203" cy="1403348"/>
          </a:xfrm>
          <a:custGeom>
            <a:rect b="b" l="l" r="r" t="t"/>
            <a:pathLst>
              <a:path extrusionOk="0" h="2804161" w="10558272">
                <a:moveTo>
                  <a:pt x="10558272" y="0"/>
                </a:moveTo>
                <a:lnTo>
                  <a:pt x="10558272" y="2804160"/>
                </a:lnTo>
                <a:lnTo>
                  <a:pt x="0" y="2804160"/>
                </a:lnTo>
                <a:lnTo>
                  <a:pt x="0" y="0"/>
                </a:lnTo>
                <a:lnTo>
                  <a:pt x="10558272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62" name="Google Shape;262;p16"/>
          <p:cNvSpPr/>
          <p:nvPr/>
        </p:nvSpPr>
        <p:spPr>
          <a:xfrm>
            <a:off x="0" y="-31837"/>
            <a:ext cx="5257800" cy="450848"/>
          </a:xfrm>
          <a:custGeom>
            <a:rect b="b" l="l" r="r" t="t"/>
            <a:pathLst>
              <a:path extrusionOk="0" h="896113" w="10515600">
                <a:moveTo>
                  <a:pt x="10515600" y="0"/>
                </a:moveTo>
                <a:lnTo>
                  <a:pt x="10515600" y="896112"/>
                </a:lnTo>
                <a:lnTo>
                  <a:pt x="0" y="896112"/>
                </a:lnTo>
                <a:lnTo>
                  <a:pt x="0" y="0"/>
                </a:lnTo>
                <a:lnTo>
                  <a:pt x="1051560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63" name="Google Shape;263;p16"/>
          <p:cNvSpPr/>
          <p:nvPr/>
        </p:nvSpPr>
        <p:spPr>
          <a:xfrm>
            <a:off x="-140844" y="-208295"/>
            <a:ext cx="31747" cy="31747"/>
          </a:xfrm>
          <a:custGeom>
            <a:rect b="b" l="l" r="r" t="t"/>
            <a:pathLst>
              <a:path extrusionOk="0" h="60960" w="60960">
                <a:moveTo>
                  <a:pt x="60960" y="0"/>
                </a:moveTo>
                <a:lnTo>
                  <a:pt x="60960" y="60960"/>
                </a:lnTo>
                <a:lnTo>
                  <a:pt x="0" y="60960"/>
                </a:lnTo>
                <a:lnTo>
                  <a:pt x="0" y="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64" name="Google Shape;264;p16"/>
          <p:cNvSpPr/>
          <p:nvPr/>
        </p:nvSpPr>
        <p:spPr>
          <a:xfrm>
            <a:off x="-846517" y="-207952"/>
            <a:ext cx="19050" cy="12697"/>
          </a:xfrm>
          <a:custGeom>
            <a:rect b="b" l="l" r="r" t="t"/>
            <a:pathLst>
              <a:path extrusionOk="0" h="24384" w="30480">
                <a:moveTo>
                  <a:pt x="30479" y="0"/>
                </a:moveTo>
                <a:lnTo>
                  <a:pt x="30479" y="24384"/>
                </a:lnTo>
                <a:lnTo>
                  <a:pt x="0" y="24384"/>
                </a:lnTo>
                <a:lnTo>
                  <a:pt x="0" y="0"/>
                </a:lnTo>
                <a:lnTo>
                  <a:pt x="30479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65" name="Google Shape;265;p16"/>
          <p:cNvSpPr/>
          <p:nvPr/>
        </p:nvSpPr>
        <p:spPr>
          <a:xfrm>
            <a:off x="-140346" y="-791131"/>
            <a:ext cx="12697" cy="31746"/>
          </a:xfrm>
          <a:custGeom>
            <a:rect b="b" l="l" r="r" t="t"/>
            <a:pathLst>
              <a:path extrusionOk="0" h="54863" w="24384">
                <a:moveTo>
                  <a:pt x="24384" y="0"/>
                </a:moveTo>
                <a:lnTo>
                  <a:pt x="24384" y="54864"/>
                </a:lnTo>
                <a:lnTo>
                  <a:pt x="0" y="54864"/>
                </a:lnTo>
                <a:lnTo>
                  <a:pt x="0" y="0"/>
                </a:lnTo>
                <a:lnTo>
                  <a:pt x="2438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66" name="Google Shape;266;p16"/>
          <p:cNvSpPr/>
          <p:nvPr/>
        </p:nvSpPr>
        <p:spPr>
          <a:xfrm>
            <a:off x="-141331" y="-208666"/>
            <a:ext cx="63503" cy="12697"/>
          </a:xfrm>
          <a:custGeom>
            <a:rect b="b" l="l" r="r" t="t"/>
            <a:pathLst>
              <a:path extrusionOk="0" h="24384" w="121920">
                <a:moveTo>
                  <a:pt x="121920" y="0"/>
                </a:moveTo>
                <a:lnTo>
                  <a:pt x="121920" y="24384"/>
                </a:lnTo>
                <a:lnTo>
                  <a:pt x="0" y="24384"/>
                </a:lnTo>
                <a:lnTo>
                  <a:pt x="0" y="0"/>
                </a:lnTo>
                <a:lnTo>
                  <a:pt x="12192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67" name="Google Shape;267;p16"/>
          <p:cNvSpPr/>
          <p:nvPr/>
        </p:nvSpPr>
        <p:spPr>
          <a:xfrm>
            <a:off x="-142690" y="-688414"/>
            <a:ext cx="38100" cy="38100"/>
          </a:xfrm>
          <a:custGeom>
            <a:rect b="b" l="l" r="r" t="t"/>
            <a:pathLst>
              <a:path extrusionOk="0" h="67056" w="73152">
                <a:moveTo>
                  <a:pt x="73152" y="0"/>
                </a:moveTo>
                <a:lnTo>
                  <a:pt x="73152" y="67056"/>
                </a:lnTo>
                <a:lnTo>
                  <a:pt x="0" y="67056"/>
                </a:lnTo>
                <a:lnTo>
                  <a:pt x="0" y="0"/>
                </a:lnTo>
                <a:lnTo>
                  <a:pt x="73152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68" name="Google Shape;268;p16"/>
          <p:cNvSpPr/>
          <p:nvPr/>
        </p:nvSpPr>
        <p:spPr>
          <a:xfrm>
            <a:off x="-140304" y="-1259911"/>
            <a:ext cx="25403" cy="19058"/>
          </a:xfrm>
          <a:custGeom>
            <a:rect b="b" l="l" r="r" t="t"/>
            <a:pathLst>
              <a:path extrusionOk="0" h="30493" w="48768">
                <a:moveTo>
                  <a:pt x="48768" y="0"/>
                </a:moveTo>
                <a:lnTo>
                  <a:pt x="48768" y="30493"/>
                </a:lnTo>
                <a:lnTo>
                  <a:pt x="0" y="30493"/>
                </a:lnTo>
                <a:lnTo>
                  <a:pt x="0" y="0"/>
                </a:lnTo>
                <a:lnTo>
                  <a:pt x="48768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69" name="Google Shape;269;p16"/>
          <p:cNvSpPr/>
          <p:nvPr/>
        </p:nvSpPr>
        <p:spPr>
          <a:xfrm>
            <a:off x="-139791" y="-211339"/>
            <a:ext cx="25403" cy="76200"/>
          </a:xfrm>
          <a:custGeom>
            <a:rect b="b" l="l" r="r" t="t"/>
            <a:pathLst>
              <a:path extrusionOk="0" h="146304" w="48768">
                <a:moveTo>
                  <a:pt x="48768" y="0"/>
                </a:moveTo>
                <a:lnTo>
                  <a:pt x="48768" y="146305"/>
                </a:lnTo>
                <a:lnTo>
                  <a:pt x="0" y="146305"/>
                </a:lnTo>
                <a:lnTo>
                  <a:pt x="0" y="0"/>
                </a:lnTo>
                <a:lnTo>
                  <a:pt x="48768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70" name="Google Shape;270;p16"/>
          <p:cNvSpPr/>
          <p:nvPr/>
        </p:nvSpPr>
        <p:spPr>
          <a:xfrm>
            <a:off x="-142383" y="-691485"/>
            <a:ext cx="12697" cy="38100"/>
          </a:xfrm>
          <a:custGeom>
            <a:rect b="b" l="l" r="r" t="t"/>
            <a:pathLst>
              <a:path extrusionOk="0" h="67056" w="24384">
                <a:moveTo>
                  <a:pt x="24384" y="0"/>
                </a:moveTo>
                <a:lnTo>
                  <a:pt x="24384" y="67056"/>
                </a:lnTo>
                <a:lnTo>
                  <a:pt x="0" y="67056"/>
                </a:lnTo>
                <a:lnTo>
                  <a:pt x="0" y="0"/>
                </a:lnTo>
                <a:lnTo>
                  <a:pt x="2438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71" name="Google Shape;271;p16"/>
          <p:cNvSpPr/>
          <p:nvPr/>
        </p:nvSpPr>
        <p:spPr>
          <a:xfrm>
            <a:off x="-141724" y="-210775"/>
            <a:ext cx="31747" cy="31747"/>
          </a:xfrm>
          <a:custGeom>
            <a:rect b="b" l="l" r="r" t="t"/>
            <a:pathLst>
              <a:path extrusionOk="0" h="60960" w="60960">
                <a:moveTo>
                  <a:pt x="60960" y="0"/>
                </a:moveTo>
                <a:lnTo>
                  <a:pt x="60960" y="60960"/>
                </a:lnTo>
                <a:lnTo>
                  <a:pt x="0" y="60960"/>
                </a:lnTo>
                <a:lnTo>
                  <a:pt x="0" y="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72" name="Google Shape;272;p16"/>
          <p:cNvSpPr/>
          <p:nvPr/>
        </p:nvSpPr>
        <p:spPr>
          <a:xfrm>
            <a:off x="-139974" y="-210777"/>
            <a:ext cx="31747" cy="31747"/>
          </a:xfrm>
          <a:custGeom>
            <a:rect b="b" l="l" r="r" t="t"/>
            <a:pathLst>
              <a:path extrusionOk="0" h="60960" w="60960">
                <a:moveTo>
                  <a:pt x="60960" y="0"/>
                </a:moveTo>
                <a:lnTo>
                  <a:pt x="60960" y="60960"/>
                </a:lnTo>
                <a:lnTo>
                  <a:pt x="0" y="60960"/>
                </a:lnTo>
                <a:lnTo>
                  <a:pt x="0" y="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73" name="Google Shape;273;p16"/>
          <p:cNvSpPr/>
          <p:nvPr/>
        </p:nvSpPr>
        <p:spPr>
          <a:xfrm>
            <a:off x="-139087" y="-210185"/>
            <a:ext cx="12697" cy="12704"/>
          </a:xfrm>
          <a:custGeom>
            <a:rect b="b" l="l" r="r" t="t"/>
            <a:pathLst>
              <a:path extrusionOk="0" h="24397" w="24384">
                <a:moveTo>
                  <a:pt x="24383" y="0"/>
                </a:moveTo>
                <a:lnTo>
                  <a:pt x="24383" y="24397"/>
                </a:lnTo>
                <a:lnTo>
                  <a:pt x="0" y="24397"/>
                </a:lnTo>
                <a:lnTo>
                  <a:pt x="0" y="0"/>
                </a:lnTo>
                <a:lnTo>
                  <a:pt x="2438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74" name="Google Shape;274;p16"/>
          <p:cNvSpPr/>
          <p:nvPr/>
        </p:nvSpPr>
        <p:spPr>
          <a:xfrm>
            <a:off x="-143390" y="-211687"/>
            <a:ext cx="25403" cy="31740"/>
          </a:xfrm>
          <a:custGeom>
            <a:rect b="b" l="l" r="r" t="t"/>
            <a:pathLst>
              <a:path extrusionOk="0" h="60947" w="48768">
                <a:moveTo>
                  <a:pt x="48768" y="0"/>
                </a:moveTo>
                <a:lnTo>
                  <a:pt x="48768" y="60948"/>
                </a:lnTo>
                <a:lnTo>
                  <a:pt x="0" y="60948"/>
                </a:lnTo>
                <a:lnTo>
                  <a:pt x="0" y="0"/>
                </a:lnTo>
                <a:lnTo>
                  <a:pt x="48768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75" name="Google Shape;275;p16"/>
          <p:cNvSpPr/>
          <p:nvPr/>
        </p:nvSpPr>
        <p:spPr>
          <a:xfrm>
            <a:off x="-856776" y="-213480"/>
            <a:ext cx="19050" cy="25403"/>
          </a:xfrm>
          <a:custGeom>
            <a:rect b="b" l="l" r="r" t="t"/>
            <a:pathLst>
              <a:path extrusionOk="0" h="48768" w="30480">
                <a:moveTo>
                  <a:pt x="30480" y="0"/>
                </a:moveTo>
                <a:lnTo>
                  <a:pt x="30480" y="48768"/>
                </a:lnTo>
                <a:lnTo>
                  <a:pt x="0" y="48768"/>
                </a:lnTo>
                <a:lnTo>
                  <a:pt x="0" y="0"/>
                </a:lnTo>
                <a:lnTo>
                  <a:pt x="3048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76" name="Google Shape;276;p16"/>
          <p:cNvSpPr/>
          <p:nvPr/>
        </p:nvSpPr>
        <p:spPr>
          <a:xfrm>
            <a:off x="-141071" y="-211357"/>
            <a:ext cx="88903" cy="12698"/>
          </a:xfrm>
          <a:custGeom>
            <a:rect b="b" l="l" r="r" t="t"/>
            <a:pathLst>
              <a:path extrusionOk="0" h="24385" w="170700">
                <a:moveTo>
                  <a:pt x="170700" y="0"/>
                </a:moveTo>
                <a:lnTo>
                  <a:pt x="170700" y="24384"/>
                </a:lnTo>
                <a:lnTo>
                  <a:pt x="0" y="24384"/>
                </a:lnTo>
                <a:lnTo>
                  <a:pt x="0" y="0"/>
                </a:lnTo>
                <a:lnTo>
                  <a:pt x="17070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77" name="Google Shape;277;p16"/>
          <p:cNvSpPr/>
          <p:nvPr/>
        </p:nvSpPr>
        <p:spPr>
          <a:xfrm>
            <a:off x="-837563" y="-1276253"/>
            <a:ext cx="19050" cy="19050"/>
          </a:xfrm>
          <a:custGeom>
            <a:rect b="b" l="l" r="r" t="t"/>
            <a:pathLst>
              <a:path extrusionOk="0" h="30480" w="30480">
                <a:moveTo>
                  <a:pt x="30480" y="0"/>
                </a:moveTo>
                <a:lnTo>
                  <a:pt x="30480" y="30481"/>
                </a:lnTo>
                <a:lnTo>
                  <a:pt x="0" y="30481"/>
                </a:lnTo>
                <a:lnTo>
                  <a:pt x="0" y="0"/>
                </a:lnTo>
                <a:lnTo>
                  <a:pt x="3048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78" name="Google Shape;278;p16"/>
          <p:cNvSpPr/>
          <p:nvPr/>
        </p:nvSpPr>
        <p:spPr>
          <a:xfrm>
            <a:off x="-138685" y="-1277308"/>
            <a:ext cx="12697" cy="19050"/>
          </a:xfrm>
          <a:custGeom>
            <a:rect b="b" l="l" r="r" t="t"/>
            <a:pathLst>
              <a:path extrusionOk="0" h="30480" w="24384">
                <a:moveTo>
                  <a:pt x="24384" y="0"/>
                </a:moveTo>
                <a:lnTo>
                  <a:pt x="24384" y="30480"/>
                </a:lnTo>
                <a:lnTo>
                  <a:pt x="0" y="30480"/>
                </a:lnTo>
                <a:lnTo>
                  <a:pt x="0" y="0"/>
                </a:lnTo>
                <a:lnTo>
                  <a:pt x="2438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79" name="Google Shape;279;p16"/>
          <p:cNvSpPr/>
          <p:nvPr/>
        </p:nvSpPr>
        <p:spPr>
          <a:xfrm>
            <a:off x="-454990" y="-212848"/>
            <a:ext cx="38100" cy="31747"/>
          </a:xfrm>
          <a:custGeom>
            <a:rect b="b" l="l" r="r" t="t"/>
            <a:pathLst>
              <a:path extrusionOk="0" h="60960" w="67056">
                <a:moveTo>
                  <a:pt x="67056" y="0"/>
                </a:moveTo>
                <a:lnTo>
                  <a:pt x="67056" y="60960"/>
                </a:lnTo>
                <a:lnTo>
                  <a:pt x="0" y="60960"/>
                </a:lnTo>
                <a:lnTo>
                  <a:pt x="0" y="0"/>
                </a:lnTo>
                <a:lnTo>
                  <a:pt x="67056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80" name="Google Shape;280;p16"/>
          <p:cNvSpPr/>
          <p:nvPr/>
        </p:nvSpPr>
        <p:spPr>
          <a:xfrm>
            <a:off x="-469005" y="-213863"/>
            <a:ext cx="38100" cy="25403"/>
          </a:xfrm>
          <a:custGeom>
            <a:rect b="b" l="l" r="r" t="t"/>
            <a:pathLst>
              <a:path extrusionOk="0" h="48768" w="67056">
                <a:moveTo>
                  <a:pt x="67056" y="0"/>
                </a:moveTo>
                <a:lnTo>
                  <a:pt x="67056" y="48767"/>
                </a:lnTo>
                <a:lnTo>
                  <a:pt x="0" y="48767"/>
                </a:lnTo>
                <a:lnTo>
                  <a:pt x="0" y="0"/>
                </a:lnTo>
                <a:lnTo>
                  <a:pt x="67056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81" name="Google Shape;281;p16"/>
          <p:cNvSpPr/>
          <p:nvPr/>
        </p:nvSpPr>
        <p:spPr>
          <a:xfrm>
            <a:off x="-138657" y="-213448"/>
            <a:ext cx="12698" cy="50797"/>
          </a:xfrm>
          <a:custGeom>
            <a:rect b="b" l="l" r="r" t="t"/>
            <a:pathLst>
              <a:path extrusionOk="0" h="97536" w="24385">
                <a:moveTo>
                  <a:pt x="24384" y="0"/>
                </a:moveTo>
                <a:lnTo>
                  <a:pt x="24384" y="97535"/>
                </a:lnTo>
                <a:lnTo>
                  <a:pt x="0" y="97535"/>
                </a:lnTo>
                <a:lnTo>
                  <a:pt x="0" y="0"/>
                </a:lnTo>
                <a:lnTo>
                  <a:pt x="2438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82" name="Google Shape;282;p16"/>
          <p:cNvSpPr/>
          <p:nvPr/>
        </p:nvSpPr>
        <p:spPr>
          <a:xfrm>
            <a:off x="-142033" y="-569833"/>
            <a:ext cx="12697" cy="50796"/>
          </a:xfrm>
          <a:custGeom>
            <a:rect b="b" l="l" r="r" t="t"/>
            <a:pathLst>
              <a:path extrusionOk="0" h="91439" w="24384">
                <a:moveTo>
                  <a:pt x="24384" y="0"/>
                </a:moveTo>
                <a:lnTo>
                  <a:pt x="24384" y="91440"/>
                </a:lnTo>
                <a:lnTo>
                  <a:pt x="0" y="91440"/>
                </a:lnTo>
                <a:lnTo>
                  <a:pt x="0" y="0"/>
                </a:lnTo>
                <a:lnTo>
                  <a:pt x="2438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83" name="Google Shape;283;p16"/>
          <p:cNvSpPr/>
          <p:nvPr/>
        </p:nvSpPr>
        <p:spPr>
          <a:xfrm>
            <a:off x="-142903" y="-570983"/>
            <a:ext cx="12697" cy="50797"/>
          </a:xfrm>
          <a:custGeom>
            <a:rect b="b" l="l" r="r" t="t"/>
            <a:pathLst>
              <a:path extrusionOk="0" h="91440" w="24384">
                <a:moveTo>
                  <a:pt x="24384" y="0"/>
                </a:moveTo>
                <a:lnTo>
                  <a:pt x="24384" y="91440"/>
                </a:lnTo>
                <a:lnTo>
                  <a:pt x="0" y="91440"/>
                </a:lnTo>
                <a:lnTo>
                  <a:pt x="0" y="0"/>
                </a:lnTo>
                <a:lnTo>
                  <a:pt x="2438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84" name="Google Shape;284;p16"/>
          <p:cNvSpPr/>
          <p:nvPr/>
        </p:nvSpPr>
        <p:spPr>
          <a:xfrm>
            <a:off x="-137765" y="-214722"/>
            <a:ext cx="12697" cy="44453"/>
          </a:xfrm>
          <a:custGeom>
            <a:rect b="b" l="l" r="r" t="t"/>
            <a:pathLst>
              <a:path extrusionOk="0" h="85344" w="24384">
                <a:moveTo>
                  <a:pt x="24384" y="0"/>
                </a:moveTo>
                <a:lnTo>
                  <a:pt x="24384" y="85344"/>
                </a:lnTo>
                <a:lnTo>
                  <a:pt x="0" y="85344"/>
                </a:lnTo>
                <a:lnTo>
                  <a:pt x="0" y="0"/>
                </a:lnTo>
                <a:lnTo>
                  <a:pt x="2438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85" name="Google Shape;285;p16"/>
          <p:cNvSpPr/>
          <p:nvPr/>
        </p:nvSpPr>
        <p:spPr>
          <a:xfrm>
            <a:off x="-466141" y="-215016"/>
            <a:ext cx="38100" cy="38099"/>
          </a:xfrm>
          <a:custGeom>
            <a:rect b="b" l="l" r="r" t="t"/>
            <a:pathLst>
              <a:path extrusionOk="0" h="73151" w="67056">
                <a:moveTo>
                  <a:pt x="67056" y="0"/>
                </a:moveTo>
                <a:lnTo>
                  <a:pt x="67056" y="73151"/>
                </a:lnTo>
                <a:lnTo>
                  <a:pt x="0" y="73151"/>
                </a:lnTo>
                <a:lnTo>
                  <a:pt x="0" y="0"/>
                </a:lnTo>
                <a:lnTo>
                  <a:pt x="67056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86" name="Google Shape;286;p16"/>
          <p:cNvSpPr/>
          <p:nvPr/>
        </p:nvSpPr>
        <p:spPr>
          <a:xfrm>
            <a:off x="-140164" y="-703720"/>
            <a:ext cx="25403" cy="38100"/>
          </a:xfrm>
          <a:custGeom>
            <a:rect b="b" l="l" r="r" t="t"/>
            <a:pathLst>
              <a:path extrusionOk="0" h="67056" w="48768">
                <a:moveTo>
                  <a:pt x="48768" y="0"/>
                </a:moveTo>
                <a:lnTo>
                  <a:pt x="48768" y="67055"/>
                </a:lnTo>
                <a:lnTo>
                  <a:pt x="0" y="67055"/>
                </a:lnTo>
                <a:lnTo>
                  <a:pt x="0" y="0"/>
                </a:lnTo>
                <a:lnTo>
                  <a:pt x="48768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87" name="Google Shape;287;p16"/>
          <p:cNvSpPr/>
          <p:nvPr/>
        </p:nvSpPr>
        <p:spPr>
          <a:xfrm>
            <a:off x="-656591" y="-812918"/>
            <a:ext cx="25403" cy="31739"/>
          </a:xfrm>
          <a:custGeom>
            <a:rect b="b" l="l" r="r" t="t"/>
            <a:pathLst>
              <a:path extrusionOk="0" h="54851" w="42672">
                <a:moveTo>
                  <a:pt x="42672" y="0"/>
                </a:moveTo>
                <a:lnTo>
                  <a:pt x="42672" y="54850"/>
                </a:lnTo>
                <a:lnTo>
                  <a:pt x="0" y="54850"/>
                </a:lnTo>
                <a:lnTo>
                  <a:pt x="0" y="0"/>
                </a:lnTo>
                <a:lnTo>
                  <a:pt x="42672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88" name="Google Shape;288;p16"/>
          <p:cNvSpPr/>
          <p:nvPr/>
        </p:nvSpPr>
        <p:spPr>
          <a:xfrm>
            <a:off x="-632888" y="-812930"/>
            <a:ext cx="25403" cy="31747"/>
          </a:xfrm>
          <a:custGeom>
            <a:rect b="b" l="l" r="r" t="t"/>
            <a:pathLst>
              <a:path extrusionOk="0" h="54864" w="42672">
                <a:moveTo>
                  <a:pt x="42672" y="0"/>
                </a:moveTo>
                <a:lnTo>
                  <a:pt x="42672" y="54864"/>
                </a:lnTo>
                <a:lnTo>
                  <a:pt x="0" y="54864"/>
                </a:lnTo>
                <a:lnTo>
                  <a:pt x="0" y="0"/>
                </a:lnTo>
                <a:lnTo>
                  <a:pt x="42672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89" name="Google Shape;289;p16"/>
          <p:cNvSpPr/>
          <p:nvPr/>
        </p:nvSpPr>
        <p:spPr>
          <a:xfrm>
            <a:off x="-635033" y="-812947"/>
            <a:ext cx="25403" cy="31747"/>
          </a:xfrm>
          <a:custGeom>
            <a:rect b="b" l="l" r="r" t="t"/>
            <a:pathLst>
              <a:path extrusionOk="0" h="54864" w="42672">
                <a:moveTo>
                  <a:pt x="42672" y="0"/>
                </a:moveTo>
                <a:lnTo>
                  <a:pt x="42672" y="54864"/>
                </a:lnTo>
                <a:lnTo>
                  <a:pt x="0" y="54864"/>
                </a:lnTo>
                <a:lnTo>
                  <a:pt x="0" y="0"/>
                </a:lnTo>
                <a:lnTo>
                  <a:pt x="42672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90" name="Google Shape;290;p16"/>
          <p:cNvSpPr/>
          <p:nvPr/>
        </p:nvSpPr>
        <p:spPr>
          <a:xfrm>
            <a:off x="-144414" y="-812956"/>
            <a:ext cx="25403" cy="31747"/>
          </a:xfrm>
          <a:custGeom>
            <a:rect b="b" l="l" r="r" t="t"/>
            <a:pathLst>
              <a:path extrusionOk="0" h="54864" w="48768">
                <a:moveTo>
                  <a:pt x="48768" y="0"/>
                </a:moveTo>
                <a:lnTo>
                  <a:pt x="48768" y="54864"/>
                </a:lnTo>
                <a:lnTo>
                  <a:pt x="0" y="54864"/>
                </a:lnTo>
                <a:lnTo>
                  <a:pt x="0" y="0"/>
                </a:lnTo>
                <a:lnTo>
                  <a:pt x="48768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91" name="Google Shape;291;p16"/>
          <p:cNvSpPr/>
          <p:nvPr/>
        </p:nvSpPr>
        <p:spPr>
          <a:xfrm>
            <a:off x="-326747" y="-214243"/>
            <a:ext cx="63503" cy="12697"/>
          </a:xfrm>
          <a:custGeom>
            <a:rect b="b" l="l" r="r" t="t"/>
            <a:pathLst>
              <a:path extrusionOk="0" h="24384" w="115824">
                <a:moveTo>
                  <a:pt x="115824" y="0"/>
                </a:moveTo>
                <a:lnTo>
                  <a:pt x="115824" y="24384"/>
                </a:lnTo>
                <a:lnTo>
                  <a:pt x="0" y="24384"/>
                </a:lnTo>
                <a:lnTo>
                  <a:pt x="0" y="0"/>
                </a:lnTo>
                <a:lnTo>
                  <a:pt x="11582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92" name="Google Shape;292;p16"/>
          <p:cNvSpPr/>
          <p:nvPr/>
        </p:nvSpPr>
        <p:spPr>
          <a:xfrm>
            <a:off x="-141458" y="-216426"/>
            <a:ext cx="12697" cy="57150"/>
          </a:xfrm>
          <a:custGeom>
            <a:rect b="b" l="l" r="r" t="t"/>
            <a:pathLst>
              <a:path extrusionOk="0" h="109728" w="24384">
                <a:moveTo>
                  <a:pt x="24384" y="0"/>
                </a:moveTo>
                <a:lnTo>
                  <a:pt x="24384" y="109728"/>
                </a:lnTo>
                <a:lnTo>
                  <a:pt x="0" y="109728"/>
                </a:lnTo>
                <a:lnTo>
                  <a:pt x="0" y="0"/>
                </a:lnTo>
                <a:lnTo>
                  <a:pt x="2438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93" name="Google Shape;293;p16"/>
          <p:cNvSpPr/>
          <p:nvPr/>
        </p:nvSpPr>
        <p:spPr>
          <a:xfrm>
            <a:off x="-139233" y="-216432"/>
            <a:ext cx="12698" cy="57150"/>
          </a:xfrm>
          <a:custGeom>
            <a:rect b="b" l="l" r="r" t="t"/>
            <a:pathLst>
              <a:path extrusionOk="0" h="109728" w="24385">
                <a:moveTo>
                  <a:pt x="24384" y="0"/>
                </a:moveTo>
                <a:lnTo>
                  <a:pt x="24384" y="109728"/>
                </a:lnTo>
                <a:lnTo>
                  <a:pt x="0" y="109728"/>
                </a:lnTo>
                <a:lnTo>
                  <a:pt x="0" y="0"/>
                </a:lnTo>
                <a:lnTo>
                  <a:pt x="2438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94" name="Google Shape;294;p16"/>
          <p:cNvSpPr/>
          <p:nvPr/>
        </p:nvSpPr>
        <p:spPr>
          <a:xfrm>
            <a:off x="-140057" y="-217505"/>
            <a:ext cx="38100" cy="19043"/>
          </a:xfrm>
          <a:custGeom>
            <a:rect b="b" l="l" r="r" t="t"/>
            <a:pathLst>
              <a:path extrusionOk="0" h="36563" w="73152">
                <a:moveTo>
                  <a:pt x="73152" y="0"/>
                </a:moveTo>
                <a:lnTo>
                  <a:pt x="73152" y="36562"/>
                </a:lnTo>
                <a:lnTo>
                  <a:pt x="0" y="36562"/>
                </a:lnTo>
                <a:lnTo>
                  <a:pt x="0" y="0"/>
                </a:lnTo>
                <a:lnTo>
                  <a:pt x="73152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95" name="Google Shape;295;p16"/>
          <p:cNvSpPr/>
          <p:nvPr/>
        </p:nvSpPr>
        <p:spPr>
          <a:xfrm>
            <a:off x="-142294" y="-217505"/>
            <a:ext cx="38100" cy="19043"/>
          </a:xfrm>
          <a:custGeom>
            <a:rect b="b" l="l" r="r" t="t"/>
            <a:pathLst>
              <a:path extrusionOk="0" h="36563" w="73152">
                <a:moveTo>
                  <a:pt x="73152" y="0"/>
                </a:moveTo>
                <a:lnTo>
                  <a:pt x="73152" y="36562"/>
                </a:lnTo>
                <a:lnTo>
                  <a:pt x="0" y="36562"/>
                </a:lnTo>
                <a:lnTo>
                  <a:pt x="0" y="0"/>
                </a:lnTo>
                <a:lnTo>
                  <a:pt x="73152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96" name="Google Shape;296;p16"/>
          <p:cNvSpPr/>
          <p:nvPr/>
        </p:nvSpPr>
        <p:spPr>
          <a:xfrm>
            <a:off x="-8018" y="-5781"/>
            <a:ext cx="5302253" cy="1422398"/>
          </a:xfrm>
          <a:custGeom>
            <a:rect b="b" l="l" r="r" t="t"/>
            <a:pathLst>
              <a:path extrusionOk="0" h="2840737" w="10594848">
                <a:moveTo>
                  <a:pt x="10594848" y="0"/>
                </a:moveTo>
                <a:lnTo>
                  <a:pt x="10594848" y="2840736"/>
                </a:lnTo>
                <a:lnTo>
                  <a:pt x="0" y="2840736"/>
                </a:lnTo>
                <a:lnTo>
                  <a:pt x="0" y="0"/>
                </a:lnTo>
                <a:lnTo>
                  <a:pt x="10594848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97" name="Google Shape;297;p16"/>
          <p:cNvSpPr/>
          <p:nvPr/>
        </p:nvSpPr>
        <p:spPr>
          <a:xfrm>
            <a:off x="-6776" y="-3659"/>
            <a:ext cx="5283203" cy="1403348"/>
          </a:xfrm>
          <a:custGeom>
            <a:rect b="b" l="l" r="r" t="t"/>
            <a:pathLst>
              <a:path extrusionOk="0" h="2804161" w="10558272">
                <a:moveTo>
                  <a:pt x="10558273" y="0"/>
                </a:moveTo>
                <a:lnTo>
                  <a:pt x="10558273" y="2804160"/>
                </a:lnTo>
                <a:lnTo>
                  <a:pt x="0" y="2804160"/>
                </a:lnTo>
                <a:lnTo>
                  <a:pt x="0" y="0"/>
                </a:lnTo>
                <a:lnTo>
                  <a:pt x="1055827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98" name="Google Shape;298;p16"/>
          <p:cNvSpPr/>
          <p:nvPr/>
        </p:nvSpPr>
        <p:spPr>
          <a:xfrm>
            <a:off x="0" y="-22284"/>
            <a:ext cx="5257800" cy="450848"/>
          </a:xfrm>
          <a:custGeom>
            <a:rect b="b" l="l" r="r" t="t"/>
            <a:pathLst>
              <a:path extrusionOk="0" h="896113" w="10515600">
                <a:moveTo>
                  <a:pt x="10515600" y="0"/>
                </a:moveTo>
                <a:lnTo>
                  <a:pt x="10515600" y="896112"/>
                </a:lnTo>
                <a:lnTo>
                  <a:pt x="0" y="896112"/>
                </a:lnTo>
                <a:lnTo>
                  <a:pt x="0" y="0"/>
                </a:lnTo>
                <a:lnTo>
                  <a:pt x="1051560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99" name="Google Shape;299;p16"/>
          <p:cNvSpPr/>
          <p:nvPr/>
        </p:nvSpPr>
        <p:spPr>
          <a:xfrm>
            <a:off x="-363657" y="-152883"/>
            <a:ext cx="63503" cy="63503"/>
          </a:xfrm>
          <a:custGeom>
            <a:rect b="b" l="l" r="r" t="t"/>
            <a:pathLst>
              <a:path extrusionOk="0" h="121920" w="121920">
                <a:moveTo>
                  <a:pt x="121920" y="0"/>
                </a:moveTo>
                <a:lnTo>
                  <a:pt x="121920" y="121920"/>
                </a:lnTo>
                <a:lnTo>
                  <a:pt x="0" y="121920"/>
                </a:lnTo>
                <a:lnTo>
                  <a:pt x="0" y="0"/>
                </a:lnTo>
                <a:lnTo>
                  <a:pt x="12192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00" name="Google Shape;300;p16"/>
          <p:cNvSpPr/>
          <p:nvPr/>
        </p:nvSpPr>
        <p:spPr>
          <a:xfrm>
            <a:off x="-366509" y="-661859"/>
            <a:ext cx="12696" cy="25403"/>
          </a:xfrm>
          <a:custGeom>
            <a:rect b="b" l="l" r="r" t="t"/>
            <a:pathLst>
              <a:path extrusionOk="0" h="42672" w="24383">
                <a:moveTo>
                  <a:pt x="24383" y="0"/>
                </a:moveTo>
                <a:lnTo>
                  <a:pt x="24383" y="42672"/>
                </a:lnTo>
                <a:lnTo>
                  <a:pt x="0" y="42672"/>
                </a:lnTo>
                <a:lnTo>
                  <a:pt x="0" y="0"/>
                </a:lnTo>
                <a:lnTo>
                  <a:pt x="2438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01" name="Google Shape;301;p16"/>
          <p:cNvSpPr/>
          <p:nvPr/>
        </p:nvSpPr>
        <p:spPr>
          <a:xfrm>
            <a:off x="-369462" y="-424859"/>
            <a:ext cx="69848" cy="44453"/>
          </a:xfrm>
          <a:custGeom>
            <a:rect b="b" l="l" r="r" t="t"/>
            <a:pathLst>
              <a:path extrusionOk="0" h="79248" w="134113">
                <a:moveTo>
                  <a:pt x="134113" y="0"/>
                </a:moveTo>
                <a:lnTo>
                  <a:pt x="134113" y="79248"/>
                </a:lnTo>
                <a:lnTo>
                  <a:pt x="0" y="79248"/>
                </a:lnTo>
                <a:lnTo>
                  <a:pt x="0" y="0"/>
                </a:lnTo>
                <a:lnTo>
                  <a:pt x="13411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02" name="Google Shape;302;p16"/>
          <p:cNvSpPr/>
          <p:nvPr/>
        </p:nvSpPr>
        <p:spPr>
          <a:xfrm>
            <a:off x="-366514" y="-28383"/>
            <a:ext cx="12698" cy="95249"/>
          </a:xfrm>
          <a:custGeom>
            <a:rect b="b" l="l" r="r" t="t"/>
            <a:pathLst>
              <a:path extrusionOk="0" h="188975" w="24385">
                <a:moveTo>
                  <a:pt x="24384" y="0"/>
                </a:moveTo>
                <a:lnTo>
                  <a:pt x="24384" y="188975"/>
                </a:lnTo>
                <a:lnTo>
                  <a:pt x="0" y="188975"/>
                </a:lnTo>
                <a:lnTo>
                  <a:pt x="0" y="0"/>
                </a:lnTo>
                <a:lnTo>
                  <a:pt x="2438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03" name="Google Shape;303;p16"/>
          <p:cNvSpPr/>
          <p:nvPr/>
        </p:nvSpPr>
        <p:spPr>
          <a:xfrm>
            <a:off x="-369465" y="-428207"/>
            <a:ext cx="69848" cy="44453"/>
          </a:xfrm>
          <a:custGeom>
            <a:rect b="b" l="l" r="r" t="t"/>
            <a:pathLst>
              <a:path extrusionOk="0" h="79248" w="134113">
                <a:moveTo>
                  <a:pt x="134112" y="0"/>
                </a:moveTo>
                <a:lnTo>
                  <a:pt x="134112" y="79248"/>
                </a:lnTo>
                <a:lnTo>
                  <a:pt x="0" y="79248"/>
                </a:lnTo>
                <a:lnTo>
                  <a:pt x="0" y="0"/>
                </a:lnTo>
                <a:lnTo>
                  <a:pt x="134112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04" name="Google Shape;304;p16"/>
          <p:cNvSpPr/>
          <p:nvPr/>
        </p:nvSpPr>
        <p:spPr>
          <a:xfrm>
            <a:off x="-1390548" y="-148410"/>
            <a:ext cx="31746" cy="31748"/>
          </a:xfrm>
          <a:custGeom>
            <a:rect b="b" l="l" r="r" t="t"/>
            <a:pathLst>
              <a:path extrusionOk="0" h="60961" w="54863">
                <a:moveTo>
                  <a:pt x="54863" y="0"/>
                </a:moveTo>
                <a:lnTo>
                  <a:pt x="54863" y="60960"/>
                </a:lnTo>
                <a:lnTo>
                  <a:pt x="0" y="60960"/>
                </a:lnTo>
                <a:lnTo>
                  <a:pt x="0" y="0"/>
                </a:lnTo>
                <a:lnTo>
                  <a:pt x="5486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05" name="Google Shape;305;p16"/>
          <p:cNvSpPr/>
          <p:nvPr/>
        </p:nvSpPr>
        <p:spPr>
          <a:xfrm>
            <a:off x="-366750" y="-148262"/>
            <a:ext cx="31748" cy="12697"/>
          </a:xfrm>
          <a:custGeom>
            <a:rect b="b" l="l" r="r" t="t"/>
            <a:pathLst>
              <a:path extrusionOk="0" h="24384" w="60961">
                <a:moveTo>
                  <a:pt x="60961" y="0"/>
                </a:moveTo>
                <a:lnTo>
                  <a:pt x="60961" y="24384"/>
                </a:lnTo>
                <a:lnTo>
                  <a:pt x="0" y="24384"/>
                </a:lnTo>
                <a:lnTo>
                  <a:pt x="0" y="0"/>
                </a:lnTo>
                <a:lnTo>
                  <a:pt x="60961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06" name="Google Shape;306;p16"/>
          <p:cNvSpPr/>
          <p:nvPr/>
        </p:nvSpPr>
        <p:spPr>
          <a:xfrm>
            <a:off x="-1200296" y="-347797"/>
            <a:ext cx="38100" cy="63503"/>
          </a:xfrm>
          <a:custGeom>
            <a:rect b="b" l="l" r="r" t="t"/>
            <a:pathLst>
              <a:path extrusionOk="0" h="115824" w="67056">
                <a:moveTo>
                  <a:pt x="67057" y="0"/>
                </a:moveTo>
                <a:lnTo>
                  <a:pt x="67057" y="115823"/>
                </a:lnTo>
                <a:lnTo>
                  <a:pt x="0" y="115823"/>
                </a:lnTo>
                <a:lnTo>
                  <a:pt x="0" y="0"/>
                </a:lnTo>
                <a:lnTo>
                  <a:pt x="67057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07" name="Google Shape;307;p16"/>
          <p:cNvSpPr/>
          <p:nvPr/>
        </p:nvSpPr>
        <p:spPr>
          <a:xfrm>
            <a:off x="-909313" y="-150192"/>
            <a:ext cx="57150" cy="12698"/>
          </a:xfrm>
          <a:custGeom>
            <a:rect b="b" l="l" r="r" t="t"/>
            <a:pathLst>
              <a:path extrusionOk="0" h="24385" w="103632">
                <a:moveTo>
                  <a:pt x="103633" y="0"/>
                </a:moveTo>
                <a:lnTo>
                  <a:pt x="103633" y="24384"/>
                </a:lnTo>
                <a:lnTo>
                  <a:pt x="0" y="24384"/>
                </a:lnTo>
                <a:lnTo>
                  <a:pt x="0" y="0"/>
                </a:lnTo>
                <a:lnTo>
                  <a:pt x="10363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08" name="Google Shape;308;p16"/>
          <p:cNvSpPr/>
          <p:nvPr/>
        </p:nvSpPr>
        <p:spPr>
          <a:xfrm>
            <a:off x="-369398" y="-152276"/>
            <a:ext cx="38100" cy="63503"/>
          </a:xfrm>
          <a:custGeom>
            <a:rect b="b" l="l" r="r" t="t"/>
            <a:pathLst>
              <a:path extrusionOk="0" h="121920" w="73152">
                <a:moveTo>
                  <a:pt x="73153" y="0"/>
                </a:moveTo>
                <a:lnTo>
                  <a:pt x="73153" y="121920"/>
                </a:lnTo>
                <a:lnTo>
                  <a:pt x="0" y="121920"/>
                </a:lnTo>
                <a:lnTo>
                  <a:pt x="0" y="0"/>
                </a:lnTo>
                <a:lnTo>
                  <a:pt x="7315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09" name="Google Shape;309;p16"/>
          <p:cNvSpPr/>
          <p:nvPr/>
        </p:nvSpPr>
        <p:spPr>
          <a:xfrm>
            <a:off x="-367728" y="-152219"/>
            <a:ext cx="31748" cy="12698"/>
          </a:xfrm>
          <a:custGeom>
            <a:rect b="b" l="l" r="r" t="t"/>
            <a:pathLst>
              <a:path extrusionOk="0" h="24385" w="60961">
                <a:moveTo>
                  <a:pt x="60961" y="0"/>
                </a:moveTo>
                <a:lnTo>
                  <a:pt x="60961" y="24384"/>
                </a:lnTo>
                <a:lnTo>
                  <a:pt x="0" y="24384"/>
                </a:lnTo>
                <a:lnTo>
                  <a:pt x="0" y="0"/>
                </a:lnTo>
                <a:lnTo>
                  <a:pt x="60961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10" name="Google Shape;310;p16"/>
          <p:cNvSpPr/>
          <p:nvPr/>
        </p:nvSpPr>
        <p:spPr>
          <a:xfrm>
            <a:off x="-50271" y="-152225"/>
            <a:ext cx="88896" cy="12697"/>
          </a:xfrm>
          <a:custGeom>
            <a:rect b="b" l="l" r="r" t="t"/>
            <a:pathLst>
              <a:path extrusionOk="0" h="24384" w="176783">
                <a:moveTo>
                  <a:pt x="176783" y="0"/>
                </a:moveTo>
                <a:lnTo>
                  <a:pt x="176783" y="24384"/>
                </a:lnTo>
                <a:lnTo>
                  <a:pt x="0" y="24384"/>
                </a:lnTo>
                <a:lnTo>
                  <a:pt x="0" y="0"/>
                </a:lnTo>
                <a:lnTo>
                  <a:pt x="17678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11" name="Google Shape;311;p16"/>
          <p:cNvSpPr/>
          <p:nvPr/>
        </p:nvSpPr>
        <p:spPr>
          <a:xfrm>
            <a:off x="-8018" y="-7972"/>
            <a:ext cx="5302253" cy="1422398"/>
          </a:xfrm>
          <a:custGeom>
            <a:rect b="b" l="l" r="r" t="t"/>
            <a:pathLst>
              <a:path extrusionOk="0" h="2840737" w="10594848">
                <a:moveTo>
                  <a:pt x="10594848" y="0"/>
                </a:moveTo>
                <a:lnTo>
                  <a:pt x="10594848" y="2840736"/>
                </a:lnTo>
                <a:lnTo>
                  <a:pt x="0" y="2840736"/>
                </a:lnTo>
                <a:lnTo>
                  <a:pt x="0" y="0"/>
                </a:lnTo>
                <a:lnTo>
                  <a:pt x="10594848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12" name="Google Shape;312;p16"/>
          <p:cNvSpPr/>
          <p:nvPr/>
        </p:nvSpPr>
        <p:spPr>
          <a:xfrm>
            <a:off x="-6776" y="-5045"/>
            <a:ext cx="5283203" cy="1403348"/>
          </a:xfrm>
          <a:custGeom>
            <a:rect b="b" l="l" r="r" t="t"/>
            <a:pathLst>
              <a:path extrusionOk="0" h="2804161" w="10558272">
                <a:moveTo>
                  <a:pt x="10558273" y="0"/>
                </a:moveTo>
                <a:lnTo>
                  <a:pt x="10558273" y="2804160"/>
                </a:lnTo>
                <a:lnTo>
                  <a:pt x="0" y="2804160"/>
                </a:lnTo>
                <a:lnTo>
                  <a:pt x="0" y="0"/>
                </a:lnTo>
                <a:lnTo>
                  <a:pt x="1055827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13" name="Google Shape;313;p16"/>
          <p:cNvSpPr/>
          <p:nvPr/>
        </p:nvSpPr>
        <p:spPr>
          <a:xfrm>
            <a:off x="0" y="-31837"/>
            <a:ext cx="5257800" cy="450848"/>
          </a:xfrm>
          <a:custGeom>
            <a:rect b="b" l="l" r="r" t="t"/>
            <a:pathLst>
              <a:path extrusionOk="0" h="896113" w="10515600">
                <a:moveTo>
                  <a:pt x="10515600" y="0"/>
                </a:moveTo>
                <a:lnTo>
                  <a:pt x="10515600" y="896112"/>
                </a:lnTo>
                <a:lnTo>
                  <a:pt x="0" y="896112"/>
                </a:lnTo>
                <a:lnTo>
                  <a:pt x="0" y="0"/>
                </a:lnTo>
                <a:lnTo>
                  <a:pt x="1051560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14" name="Google Shape;314;p16"/>
          <p:cNvSpPr/>
          <p:nvPr/>
        </p:nvSpPr>
        <p:spPr>
          <a:xfrm>
            <a:off x="-366292" y="-208278"/>
            <a:ext cx="19050" cy="31747"/>
          </a:xfrm>
          <a:custGeom>
            <a:rect b="b" l="l" r="r" t="t"/>
            <a:pathLst>
              <a:path extrusionOk="0" h="60960" w="36576">
                <a:moveTo>
                  <a:pt x="36576" y="0"/>
                </a:moveTo>
                <a:lnTo>
                  <a:pt x="36576" y="60960"/>
                </a:lnTo>
                <a:lnTo>
                  <a:pt x="0" y="60960"/>
                </a:lnTo>
                <a:lnTo>
                  <a:pt x="0" y="0"/>
                </a:lnTo>
                <a:lnTo>
                  <a:pt x="36576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15" name="Google Shape;315;p16"/>
          <p:cNvSpPr/>
          <p:nvPr/>
        </p:nvSpPr>
        <p:spPr>
          <a:xfrm>
            <a:off x="-366629" y="-208278"/>
            <a:ext cx="19050" cy="31747"/>
          </a:xfrm>
          <a:custGeom>
            <a:rect b="b" l="l" r="r" t="t"/>
            <a:pathLst>
              <a:path extrusionOk="0" h="60960" w="36576">
                <a:moveTo>
                  <a:pt x="36576" y="0"/>
                </a:moveTo>
                <a:lnTo>
                  <a:pt x="36576" y="60960"/>
                </a:lnTo>
                <a:lnTo>
                  <a:pt x="0" y="60960"/>
                </a:lnTo>
                <a:lnTo>
                  <a:pt x="0" y="0"/>
                </a:lnTo>
                <a:lnTo>
                  <a:pt x="36576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16" name="Google Shape;316;p16"/>
          <p:cNvSpPr/>
          <p:nvPr/>
        </p:nvSpPr>
        <p:spPr>
          <a:xfrm>
            <a:off x="-366908" y="-955014"/>
            <a:ext cx="12696" cy="25403"/>
          </a:xfrm>
          <a:custGeom>
            <a:rect b="b" l="l" r="r" t="t"/>
            <a:pathLst>
              <a:path extrusionOk="0" h="42672" w="24383">
                <a:moveTo>
                  <a:pt x="24383" y="0"/>
                </a:moveTo>
                <a:lnTo>
                  <a:pt x="24383" y="42672"/>
                </a:lnTo>
                <a:lnTo>
                  <a:pt x="0" y="42672"/>
                </a:lnTo>
                <a:lnTo>
                  <a:pt x="0" y="0"/>
                </a:lnTo>
                <a:lnTo>
                  <a:pt x="2438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17" name="Google Shape;317;p16"/>
          <p:cNvSpPr/>
          <p:nvPr/>
        </p:nvSpPr>
        <p:spPr>
          <a:xfrm>
            <a:off x="-370446" y="-209821"/>
            <a:ext cx="25403" cy="25403"/>
          </a:xfrm>
          <a:custGeom>
            <a:rect b="b" l="l" r="r" t="t"/>
            <a:pathLst>
              <a:path extrusionOk="0" h="48768" w="48768">
                <a:moveTo>
                  <a:pt x="48768" y="0"/>
                </a:moveTo>
                <a:lnTo>
                  <a:pt x="48768" y="48767"/>
                </a:lnTo>
                <a:lnTo>
                  <a:pt x="0" y="48767"/>
                </a:lnTo>
                <a:lnTo>
                  <a:pt x="0" y="0"/>
                </a:lnTo>
                <a:lnTo>
                  <a:pt x="48768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18" name="Google Shape;318;p16"/>
          <p:cNvSpPr/>
          <p:nvPr/>
        </p:nvSpPr>
        <p:spPr>
          <a:xfrm>
            <a:off x="-1687396" y="-209826"/>
            <a:ext cx="25403" cy="25403"/>
          </a:xfrm>
          <a:custGeom>
            <a:rect b="b" l="l" r="r" t="t"/>
            <a:pathLst>
              <a:path extrusionOk="0" h="48768" w="42672">
                <a:moveTo>
                  <a:pt x="42671" y="0"/>
                </a:moveTo>
                <a:lnTo>
                  <a:pt x="42671" y="48768"/>
                </a:lnTo>
                <a:lnTo>
                  <a:pt x="0" y="48768"/>
                </a:lnTo>
                <a:lnTo>
                  <a:pt x="0" y="0"/>
                </a:lnTo>
                <a:lnTo>
                  <a:pt x="42671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19" name="Google Shape;319;p16"/>
          <p:cNvSpPr/>
          <p:nvPr/>
        </p:nvSpPr>
        <p:spPr>
          <a:xfrm>
            <a:off x="-364831" y="-207975"/>
            <a:ext cx="31746" cy="12697"/>
          </a:xfrm>
          <a:custGeom>
            <a:rect b="b" l="l" r="r" t="t"/>
            <a:pathLst>
              <a:path extrusionOk="0" h="24384" w="60959">
                <a:moveTo>
                  <a:pt x="60959" y="0"/>
                </a:moveTo>
                <a:lnTo>
                  <a:pt x="60959" y="24384"/>
                </a:lnTo>
                <a:lnTo>
                  <a:pt x="0" y="24384"/>
                </a:lnTo>
                <a:lnTo>
                  <a:pt x="0" y="0"/>
                </a:lnTo>
                <a:lnTo>
                  <a:pt x="60959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20" name="Google Shape;320;p16"/>
          <p:cNvSpPr/>
          <p:nvPr/>
        </p:nvSpPr>
        <p:spPr>
          <a:xfrm>
            <a:off x="-366366" y="-207982"/>
            <a:ext cx="31748" cy="12690"/>
          </a:xfrm>
          <a:custGeom>
            <a:rect b="b" l="l" r="r" t="t"/>
            <a:pathLst>
              <a:path extrusionOk="0" h="24371" w="60961">
                <a:moveTo>
                  <a:pt x="60960" y="0"/>
                </a:moveTo>
                <a:lnTo>
                  <a:pt x="60960" y="24372"/>
                </a:lnTo>
                <a:lnTo>
                  <a:pt x="0" y="24372"/>
                </a:lnTo>
                <a:lnTo>
                  <a:pt x="0" y="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21" name="Google Shape;321;p16"/>
          <p:cNvSpPr/>
          <p:nvPr/>
        </p:nvSpPr>
        <p:spPr>
          <a:xfrm>
            <a:off x="-1380170" y="-210138"/>
            <a:ext cx="31746" cy="25403"/>
          </a:xfrm>
          <a:custGeom>
            <a:rect b="b" l="l" r="r" t="t"/>
            <a:pathLst>
              <a:path extrusionOk="0" h="48768" w="54863">
                <a:moveTo>
                  <a:pt x="54863" y="0"/>
                </a:moveTo>
                <a:lnTo>
                  <a:pt x="54863" y="48768"/>
                </a:lnTo>
                <a:lnTo>
                  <a:pt x="0" y="48768"/>
                </a:lnTo>
                <a:lnTo>
                  <a:pt x="0" y="0"/>
                </a:lnTo>
                <a:lnTo>
                  <a:pt x="5486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22" name="Google Shape;322;p16"/>
          <p:cNvSpPr/>
          <p:nvPr/>
        </p:nvSpPr>
        <p:spPr>
          <a:xfrm>
            <a:off x="-1386715" y="-210138"/>
            <a:ext cx="31746" cy="25396"/>
          </a:xfrm>
          <a:custGeom>
            <a:rect b="b" l="l" r="r" t="t"/>
            <a:pathLst>
              <a:path extrusionOk="0" h="48755" w="54863">
                <a:moveTo>
                  <a:pt x="54864" y="0"/>
                </a:moveTo>
                <a:lnTo>
                  <a:pt x="54864" y="48755"/>
                </a:lnTo>
                <a:lnTo>
                  <a:pt x="0" y="48755"/>
                </a:lnTo>
                <a:lnTo>
                  <a:pt x="0" y="0"/>
                </a:lnTo>
                <a:lnTo>
                  <a:pt x="5486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23" name="Google Shape;323;p16"/>
          <p:cNvSpPr/>
          <p:nvPr/>
        </p:nvSpPr>
        <p:spPr>
          <a:xfrm>
            <a:off x="-361758" y="-613933"/>
            <a:ext cx="12696" cy="44453"/>
          </a:xfrm>
          <a:custGeom>
            <a:rect b="b" l="l" r="r" t="t"/>
            <a:pathLst>
              <a:path extrusionOk="0" h="79248" w="24383">
                <a:moveTo>
                  <a:pt x="24383" y="0"/>
                </a:moveTo>
                <a:lnTo>
                  <a:pt x="24383" y="79247"/>
                </a:lnTo>
                <a:lnTo>
                  <a:pt x="0" y="79247"/>
                </a:lnTo>
                <a:lnTo>
                  <a:pt x="0" y="0"/>
                </a:lnTo>
                <a:lnTo>
                  <a:pt x="2438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24" name="Google Shape;324;p16"/>
          <p:cNvSpPr/>
          <p:nvPr/>
        </p:nvSpPr>
        <p:spPr>
          <a:xfrm>
            <a:off x="-368469" y="-208237"/>
            <a:ext cx="19050" cy="12704"/>
          </a:xfrm>
          <a:custGeom>
            <a:rect b="b" l="l" r="r" t="t"/>
            <a:pathLst>
              <a:path extrusionOk="0" h="24397" w="36576">
                <a:moveTo>
                  <a:pt x="36577" y="0"/>
                </a:moveTo>
                <a:lnTo>
                  <a:pt x="36577" y="24397"/>
                </a:lnTo>
                <a:lnTo>
                  <a:pt x="0" y="24397"/>
                </a:lnTo>
                <a:lnTo>
                  <a:pt x="0" y="0"/>
                </a:lnTo>
                <a:lnTo>
                  <a:pt x="36577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25" name="Google Shape;325;p16"/>
          <p:cNvSpPr/>
          <p:nvPr/>
        </p:nvSpPr>
        <p:spPr>
          <a:xfrm>
            <a:off x="-2218381" y="-208238"/>
            <a:ext cx="19049" cy="12697"/>
          </a:xfrm>
          <a:custGeom>
            <a:rect b="b" l="l" r="r" t="t"/>
            <a:pathLst>
              <a:path extrusionOk="0" h="24384" w="30479">
                <a:moveTo>
                  <a:pt x="30478" y="0"/>
                </a:moveTo>
                <a:lnTo>
                  <a:pt x="30478" y="24384"/>
                </a:lnTo>
                <a:lnTo>
                  <a:pt x="0" y="24384"/>
                </a:lnTo>
                <a:lnTo>
                  <a:pt x="0" y="0"/>
                </a:lnTo>
                <a:lnTo>
                  <a:pt x="30478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26" name="Google Shape;326;p16"/>
          <p:cNvSpPr/>
          <p:nvPr/>
        </p:nvSpPr>
        <p:spPr>
          <a:xfrm>
            <a:off x="-369936" y="-210375"/>
            <a:ext cx="25403" cy="25403"/>
          </a:xfrm>
          <a:custGeom>
            <a:rect b="b" l="l" r="r" t="t"/>
            <a:pathLst>
              <a:path extrusionOk="0" h="48768" w="48768">
                <a:moveTo>
                  <a:pt x="48768" y="0"/>
                </a:moveTo>
                <a:lnTo>
                  <a:pt x="48768" y="48767"/>
                </a:lnTo>
                <a:lnTo>
                  <a:pt x="0" y="48767"/>
                </a:lnTo>
                <a:lnTo>
                  <a:pt x="0" y="0"/>
                </a:lnTo>
                <a:lnTo>
                  <a:pt x="48768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27" name="Google Shape;327;p16"/>
          <p:cNvSpPr/>
          <p:nvPr/>
        </p:nvSpPr>
        <p:spPr>
          <a:xfrm>
            <a:off x="-370456" y="-210370"/>
            <a:ext cx="25404" cy="25403"/>
          </a:xfrm>
          <a:custGeom>
            <a:rect b="b" l="l" r="r" t="t"/>
            <a:pathLst>
              <a:path extrusionOk="0" h="48768" w="48769">
                <a:moveTo>
                  <a:pt x="48770" y="0"/>
                </a:moveTo>
                <a:lnTo>
                  <a:pt x="48770" y="48768"/>
                </a:lnTo>
                <a:lnTo>
                  <a:pt x="0" y="48768"/>
                </a:lnTo>
                <a:lnTo>
                  <a:pt x="0" y="0"/>
                </a:lnTo>
                <a:lnTo>
                  <a:pt x="4877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28" name="Google Shape;328;p16"/>
          <p:cNvSpPr/>
          <p:nvPr/>
        </p:nvSpPr>
        <p:spPr>
          <a:xfrm>
            <a:off x="-2202670" y="-688058"/>
            <a:ext cx="19050" cy="38100"/>
          </a:xfrm>
          <a:custGeom>
            <a:rect b="b" l="l" r="r" t="t"/>
            <a:pathLst>
              <a:path extrusionOk="0" h="67056" w="30480">
                <a:moveTo>
                  <a:pt x="30480" y="0"/>
                </a:moveTo>
                <a:lnTo>
                  <a:pt x="30480" y="67056"/>
                </a:lnTo>
                <a:lnTo>
                  <a:pt x="0" y="67056"/>
                </a:lnTo>
                <a:lnTo>
                  <a:pt x="0" y="0"/>
                </a:lnTo>
                <a:lnTo>
                  <a:pt x="3048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29" name="Google Shape;329;p16"/>
          <p:cNvSpPr/>
          <p:nvPr/>
        </p:nvSpPr>
        <p:spPr>
          <a:xfrm>
            <a:off x="-365802" y="-688058"/>
            <a:ext cx="19050" cy="38100"/>
          </a:xfrm>
          <a:custGeom>
            <a:rect b="b" l="l" r="r" t="t"/>
            <a:pathLst>
              <a:path extrusionOk="0" h="67056" w="36576">
                <a:moveTo>
                  <a:pt x="36576" y="0"/>
                </a:moveTo>
                <a:lnTo>
                  <a:pt x="36576" y="67057"/>
                </a:lnTo>
                <a:lnTo>
                  <a:pt x="0" y="67057"/>
                </a:lnTo>
                <a:lnTo>
                  <a:pt x="0" y="0"/>
                </a:lnTo>
                <a:lnTo>
                  <a:pt x="36576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30" name="Google Shape;330;p16"/>
          <p:cNvSpPr/>
          <p:nvPr/>
        </p:nvSpPr>
        <p:spPr>
          <a:xfrm>
            <a:off x="-363904" y="-208674"/>
            <a:ext cx="38100" cy="12698"/>
          </a:xfrm>
          <a:custGeom>
            <a:rect b="b" l="l" r="r" t="t"/>
            <a:pathLst>
              <a:path extrusionOk="0" h="24385" w="73152">
                <a:moveTo>
                  <a:pt x="73152" y="0"/>
                </a:moveTo>
                <a:lnTo>
                  <a:pt x="73152" y="24384"/>
                </a:lnTo>
                <a:lnTo>
                  <a:pt x="0" y="24384"/>
                </a:lnTo>
                <a:lnTo>
                  <a:pt x="0" y="0"/>
                </a:lnTo>
                <a:lnTo>
                  <a:pt x="73152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31" name="Google Shape;331;p16"/>
          <p:cNvSpPr/>
          <p:nvPr/>
        </p:nvSpPr>
        <p:spPr>
          <a:xfrm>
            <a:off x="-366915" y="-210210"/>
            <a:ext cx="12696" cy="19049"/>
          </a:xfrm>
          <a:custGeom>
            <a:rect b="b" l="l" r="r" t="t"/>
            <a:pathLst>
              <a:path extrusionOk="0" h="36575" w="24383">
                <a:moveTo>
                  <a:pt x="24383" y="0"/>
                </a:moveTo>
                <a:lnTo>
                  <a:pt x="24383" y="36576"/>
                </a:lnTo>
                <a:lnTo>
                  <a:pt x="0" y="36576"/>
                </a:lnTo>
                <a:lnTo>
                  <a:pt x="0" y="0"/>
                </a:lnTo>
                <a:lnTo>
                  <a:pt x="2438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32" name="Google Shape;332;p16"/>
          <p:cNvSpPr/>
          <p:nvPr/>
        </p:nvSpPr>
        <p:spPr>
          <a:xfrm>
            <a:off x="-365210" y="-962804"/>
            <a:ext cx="31748" cy="25403"/>
          </a:xfrm>
          <a:custGeom>
            <a:rect b="b" l="l" r="r" t="t"/>
            <a:pathLst>
              <a:path extrusionOk="0" h="42672" w="60961">
                <a:moveTo>
                  <a:pt x="60960" y="0"/>
                </a:moveTo>
                <a:lnTo>
                  <a:pt x="60960" y="42671"/>
                </a:lnTo>
                <a:lnTo>
                  <a:pt x="0" y="42671"/>
                </a:lnTo>
                <a:lnTo>
                  <a:pt x="0" y="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33" name="Google Shape;333;p16"/>
          <p:cNvSpPr/>
          <p:nvPr/>
        </p:nvSpPr>
        <p:spPr>
          <a:xfrm>
            <a:off x="-365979" y="-962808"/>
            <a:ext cx="31746" cy="25404"/>
          </a:xfrm>
          <a:custGeom>
            <a:rect b="b" l="l" r="r" t="t"/>
            <a:pathLst>
              <a:path extrusionOk="0" h="42673" w="60959">
                <a:moveTo>
                  <a:pt x="60959" y="0"/>
                </a:moveTo>
                <a:lnTo>
                  <a:pt x="60959" y="42672"/>
                </a:lnTo>
                <a:lnTo>
                  <a:pt x="0" y="42672"/>
                </a:lnTo>
                <a:lnTo>
                  <a:pt x="0" y="0"/>
                </a:lnTo>
                <a:lnTo>
                  <a:pt x="60959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34" name="Google Shape;334;p16"/>
          <p:cNvSpPr/>
          <p:nvPr/>
        </p:nvSpPr>
        <p:spPr>
          <a:xfrm>
            <a:off x="-366098" y="-692381"/>
            <a:ext cx="133350" cy="38093"/>
          </a:xfrm>
          <a:custGeom>
            <a:rect b="b" l="l" r="r" t="t"/>
            <a:pathLst>
              <a:path extrusionOk="0" h="67043" w="256032">
                <a:moveTo>
                  <a:pt x="256033" y="0"/>
                </a:moveTo>
                <a:lnTo>
                  <a:pt x="256033" y="67043"/>
                </a:lnTo>
                <a:lnTo>
                  <a:pt x="0" y="67043"/>
                </a:lnTo>
                <a:lnTo>
                  <a:pt x="0" y="0"/>
                </a:lnTo>
                <a:lnTo>
                  <a:pt x="25603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35" name="Google Shape;335;p16"/>
          <p:cNvSpPr/>
          <p:nvPr/>
        </p:nvSpPr>
        <p:spPr>
          <a:xfrm>
            <a:off x="-1392575" y="-211873"/>
            <a:ext cx="31746" cy="19050"/>
          </a:xfrm>
          <a:custGeom>
            <a:rect b="b" l="l" r="r" t="t"/>
            <a:pathLst>
              <a:path extrusionOk="0" h="36576" w="54863">
                <a:moveTo>
                  <a:pt x="54863" y="0"/>
                </a:moveTo>
                <a:lnTo>
                  <a:pt x="54863" y="36576"/>
                </a:lnTo>
                <a:lnTo>
                  <a:pt x="0" y="36576"/>
                </a:lnTo>
                <a:lnTo>
                  <a:pt x="0" y="0"/>
                </a:lnTo>
                <a:lnTo>
                  <a:pt x="5486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36" name="Google Shape;336;p16"/>
          <p:cNvSpPr/>
          <p:nvPr/>
        </p:nvSpPr>
        <p:spPr>
          <a:xfrm>
            <a:off x="-361533" y="-621775"/>
            <a:ext cx="12698" cy="44453"/>
          </a:xfrm>
          <a:custGeom>
            <a:rect b="b" l="l" r="r" t="t"/>
            <a:pathLst>
              <a:path extrusionOk="0" h="79248" w="24385">
                <a:moveTo>
                  <a:pt x="24385" y="0"/>
                </a:moveTo>
                <a:lnTo>
                  <a:pt x="24385" y="79248"/>
                </a:lnTo>
                <a:lnTo>
                  <a:pt x="0" y="79248"/>
                </a:lnTo>
                <a:lnTo>
                  <a:pt x="0" y="0"/>
                </a:lnTo>
                <a:lnTo>
                  <a:pt x="24385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37" name="Google Shape;337;p16"/>
          <p:cNvSpPr/>
          <p:nvPr/>
        </p:nvSpPr>
        <p:spPr>
          <a:xfrm>
            <a:off x="-367053" y="-212920"/>
            <a:ext cx="12696" cy="57150"/>
          </a:xfrm>
          <a:custGeom>
            <a:rect b="b" l="l" r="r" t="t"/>
            <a:pathLst>
              <a:path extrusionOk="0" h="109728" w="24383">
                <a:moveTo>
                  <a:pt x="24383" y="0"/>
                </a:moveTo>
                <a:lnTo>
                  <a:pt x="24383" y="109728"/>
                </a:lnTo>
                <a:lnTo>
                  <a:pt x="0" y="109728"/>
                </a:lnTo>
                <a:lnTo>
                  <a:pt x="0" y="0"/>
                </a:lnTo>
                <a:lnTo>
                  <a:pt x="2438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38" name="Google Shape;338;p16"/>
          <p:cNvSpPr/>
          <p:nvPr/>
        </p:nvSpPr>
        <p:spPr>
          <a:xfrm>
            <a:off x="-364293" y="-77049"/>
            <a:ext cx="12698" cy="120653"/>
          </a:xfrm>
          <a:custGeom>
            <a:rect b="b" l="l" r="r" t="t"/>
            <a:pathLst>
              <a:path extrusionOk="0" h="237744" w="24385">
                <a:moveTo>
                  <a:pt x="24385" y="0"/>
                </a:moveTo>
                <a:lnTo>
                  <a:pt x="24385" y="237744"/>
                </a:lnTo>
                <a:lnTo>
                  <a:pt x="0" y="237744"/>
                </a:lnTo>
                <a:lnTo>
                  <a:pt x="0" y="0"/>
                </a:lnTo>
                <a:lnTo>
                  <a:pt x="24385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39" name="Google Shape;339;p16"/>
          <p:cNvSpPr/>
          <p:nvPr/>
        </p:nvSpPr>
        <p:spPr>
          <a:xfrm>
            <a:off x="-365037" y="-214402"/>
            <a:ext cx="25403" cy="76200"/>
          </a:xfrm>
          <a:custGeom>
            <a:rect b="b" l="l" r="r" t="t"/>
            <a:pathLst>
              <a:path extrusionOk="0" h="146304" w="48768">
                <a:moveTo>
                  <a:pt x="48767" y="0"/>
                </a:moveTo>
                <a:lnTo>
                  <a:pt x="48767" y="146304"/>
                </a:lnTo>
                <a:lnTo>
                  <a:pt x="0" y="146304"/>
                </a:lnTo>
                <a:lnTo>
                  <a:pt x="0" y="0"/>
                </a:lnTo>
                <a:lnTo>
                  <a:pt x="48767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40" name="Google Shape;340;p16"/>
          <p:cNvSpPr/>
          <p:nvPr/>
        </p:nvSpPr>
        <p:spPr>
          <a:xfrm>
            <a:off x="-153525" y="-215599"/>
            <a:ext cx="133350" cy="107947"/>
          </a:xfrm>
          <a:custGeom>
            <a:rect b="b" l="l" r="r" t="t"/>
            <a:pathLst>
              <a:path extrusionOk="0" h="207264" w="262128">
                <a:moveTo>
                  <a:pt x="262128" y="0"/>
                </a:moveTo>
                <a:lnTo>
                  <a:pt x="262128" y="207264"/>
                </a:lnTo>
                <a:lnTo>
                  <a:pt x="0" y="207264"/>
                </a:lnTo>
                <a:lnTo>
                  <a:pt x="0" y="0"/>
                </a:lnTo>
                <a:lnTo>
                  <a:pt x="262128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41" name="Google Shape;341;p16"/>
          <p:cNvSpPr txBox="1"/>
          <p:nvPr/>
        </p:nvSpPr>
        <p:spPr>
          <a:xfrm>
            <a:off x="835819" y="2425722"/>
            <a:ext cx="893588" cy="164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COMPONENTES</a:t>
            </a:r>
            <a:endParaRPr/>
          </a:p>
        </p:txBody>
      </p:sp>
      <p:sp>
        <p:nvSpPr>
          <p:cNvPr id="342" name="Google Shape;342;p16"/>
          <p:cNvSpPr txBox="1"/>
          <p:nvPr/>
        </p:nvSpPr>
        <p:spPr>
          <a:xfrm>
            <a:off x="746522" y="2610860"/>
            <a:ext cx="4852140" cy="518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29" u="none" cap="none" strike="noStrike">
                <a:solidFill>
                  <a:srgbClr val="171717"/>
                </a:solidFill>
                <a:latin typeface="Open Sans"/>
                <a:ea typeface="Open Sans"/>
                <a:cs typeface="Open Sans"/>
                <a:sym typeface="Open Sans"/>
              </a:rPr>
              <a:t>4 Componentes Essenciais</a:t>
            </a:r>
            <a:endParaRPr/>
          </a:p>
        </p:txBody>
      </p:sp>
      <p:sp>
        <p:nvSpPr>
          <p:cNvPr id="343" name="Google Shape;343;p16"/>
          <p:cNvSpPr txBox="1"/>
          <p:nvPr/>
        </p:nvSpPr>
        <p:spPr>
          <a:xfrm>
            <a:off x="914400" y="3896220"/>
            <a:ext cx="50577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64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Sessão Pedagógica</a:t>
            </a:r>
            <a:endParaRPr/>
          </a:p>
          <a:p>
            <a:pPr indent="0" lvl="0" marL="0" marR="0" rtl="0" algn="l">
              <a:lnSpc>
                <a:spcPct val="128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1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WebSocket de </a:t>
            </a:r>
            <a:r>
              <a:rPr lang="en-US" sz="1171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baixa latência</a:t>
            </a:r>
            <a:r>
              <a:rPr b="0" i="0" lang="en-US" sz="1171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sincroniza pausas, intervenções e alertas </a:t>
            </a:r>
            <a:endParaRPr/>
          </a:p>
          <a:p>
            <a:pPr indent="0" lvl="0" marL="0" marR="0" rtl="0" algn="l">
              <a:lnSpc>
                <a:spcPct val="128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1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imediatamente ao professor em</a:t>
            </a:r>
            <a:r>
              <a:rPr b="0" i="0" lang="en-US" sz="1171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caso de mudança de comportamento.</a:t>
            </a:r>
            <a:endParaRPr/>
          </a:p>
        </p:txBody>
      </p:sp>
      <p:sp>
        <p:nvSpPr>
          <p:cNvPr id="344" name="Google Shape;344;p16"/>
          <p:cNvSpPr txBox="1"/>
          <p:nvPr/>
        </p:nvSpPr>
        <p:spPr>
          <a:xfrm>
            <a:off x="914400" y="5411105"/>
            <a:ext cx="51705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64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Motor de IA Generativa</a:t>
            </a:r>
            <a:endParaRPr/>
          </a:p>
          <a:p>
            <a:pPr indent="0" lvl="0" marL="0" marR="0" rtl="0" algn="l">
              <a:lnSpc>
                <a:spcPct val="1400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1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Workers assíncronos </a:t>
            </a:r>
            <a:r>
              <a:rPr lang="en-US" sz="1171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geram narrativas</a:t>
            </a:r>
            <a:r>
              <a:rPr b="0" i="0" lang="en-US" sz="1171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, imagens lúdicas e áudio. Opera via </a:t>
            </a:r>
            <a:r>
              <a:rPr lang="en-US" sz="1171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filas para </a:t>
            </a:r>
            <a:r>
              <a:rPr lang="en-US" sz="1171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não travar a interface, recebe apenas dados anonimizados.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00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1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45" name="Google Shape;345;p16"/>
          <p:cNvSpPr txBox="1"/>
          <p:nvPr/>
        </p:nvSpPr>
        <p:spPr>
          <a:xfrm>
            <a:off x="2756706" y="5691673"/>
            <a:ext cx="40215" cy="210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1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46" name="Google Shape;346;p16"/>
          <p:cNvSpPr txBox="1"/>
          <p:nvPr/>
        </p:nvSpPr>
        <p:spPr>
          <a:xfrm>
            <a:off x="6322362" y="3877170"/>
            <a:ext cx="2203256" cy="259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64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Orquestrador de Trilhas</a:t>
            </a:r>
            <a:endParaRPr/>
          </a:p>
        </p:txBody>
      </p:sp>
      <p:sp>
        <p:nvSpPr>
          <p:cNvPr id="347" name="Google Shape;347;p16"/>
          <p:cNvSpPr txBox="1"/>
          <p:nvPr/>
        </p:nvSpPr>
        <p:spPr>
          <a:xfrm>
            <a:off x="6913321" y="4144289"/>
            <a:ext cx="40215" cy="210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1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48" name="Google Shape;348;p16"/>
          <p:cNvSpPr txBox="1"/>
          <p:nvPr/>
        </p:nvSpPr>
        <p:spPr>
          <a:xfrm>
            <a:off x="6322362" y="5358070"/>
            <a:ext cx="4821793" cy="68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1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Governança de Dados</a:t>
            </a:r>
            <a:endParaRPr/>
          </a:p>
          <a:p>
            <a:pPr indent="0" lvl="0" marL="0" marR="0" rtl="0" algn="l">
              <a:lnSpc>
                <a:spcPct val="172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1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Anonimiza dados pessoais na ingestão, valida consentimento dos </a:t>
            </a:r>
            <a:endParaRPr/>
          </a:p>
          <a:p>
            <a:pPr indent="0" lvl="0" marL="0" marR="0" rtl="0" algn="l">
              <a:lnSpc>
                <a:spcPct val="703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1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responsáveis, aplica controle de acesso e registra auditoria imutável.</a:t>
            </a:r>
            <a:endParaRPr/>
          </a:p>
        </p:txBody>
      </p:sp>
      <p:sp>
        <p:nvSpPr>
          <p:cNvPr id="349" name="Google Shape;349;p16"/>
          <p:cNvSpPr txBox="1"/>
          <p:nvPr/>
        </p:nvSpPr>
        <p:spPr>
          <a:xfrm>
            <a:off x="6322362" y="4144289"/>
            <a:ext cx="47298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1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Combine o perfil da criança com a biblioteca</a:t>
            </a:r>
            <a:r>
              <a:rPr b="0" i="0" lang="en-US" sz="1171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pedagógica. Adapta trilhas </a:t>
            </a:r>
            <a:r>
              <a:rPr lang="en-US" sz="1171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dinamicamente conforme progresso do paciente.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00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1">
              <a:solidFill>
                <a:srgbClr val="2A2A2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7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5" name="Google Shape;355;p17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6" name="Google Shape;356;p17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7" name="Google Shape;357;p17"/>
          <p:cNvSpPr/>
          <p:nvPr/>
        </p:nvSpPr>
        <p:spPr>
          <a:xfrm>
            <a:off x="3172" y="3172"/>
            <a:ext cx="12185618" cy="6851618"/>
          </a:xfrm>
          <a:custGeom>
            <a:rect b="b" l="l" r="r" t="t"/>
            <a:pathLst>
              <a:path extrusionOk="0" h="9135491" w="16247490">
                <a:moveTo>
                  <a:pt x="0" y="0"/>
                </a:moveTo>
                <a:lnTo>
                  <a:pt x="16247490" y="0"/>
                </a:lnTo>
                <a:lnTo>
                  <a:pt x="16247490" y="9135491"/>
                </a:lnTo>
                <a:lnTo>
                  <a:pt x="0" y="91354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6" r="-6" t="0"/>
            </a:stretch>
          </a:blipFill>
          <a:ln>
            <a:noFill/>
          </a:ln>
        </p:spPr>
      </p:sp>
      <p:sp>
        <p:nvSpPr>
          <p:cNvPr id="358" name="Google Shape;358;p17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9" name="Google Shape;359;p17"/>
          <p:cNvSpPr/>
          <p:nvPr/>
        </p:nvSpPr>
        <p:spPr>
          <a:xfrm>
            <a:off x="0" y="-1591"/>
            <a:ext cx="12192000" cy="2012918"/>
          </a:xfrm>
          <a:custGeom>
            <a:rect b="b" l="l" r="r" t="t"/>
            <a:pathLst>
              <a:path extrusionOk="0" h="2683891" w="16256000">
                <a:moveTo>
                  <a:pt x="0" y="0"/>
                </a:moveTo>
                <a:lnTo>
                  <a:pt x="16256000" y="0"/>
                </a:lnTo>
                <a:lnTo>
                  <a:pt x="16256000" y="2683891"/>
                </a:lnTo>
                <a:lnTo>
                  <a:pt x="0" y="2683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5" l="0" r="0" t="23"/>
            </a:stretch>
          </a:blipFill>
          <a:ln>
            <a:noFill/>
          </a:ln>
        </p:spPr>
      </p:sp>
      <p:sp>
        <p:nvSpPr>
          <p:cNvPr id="360" name="Google Shape;360;p17"/>
          <p:cNvSpPr/>
          <p:nvPr/>
        </p:nvSpPr>
        <p:spPr>
          <a:xfrm>
            <a:off x="655615" y="2531250"/>
            <a:ext cx="1784347" cy="260347"/>
          </a:xfrm>
          <a:custGeom>
            <a:rect b="b" l="l" r="r" t="t"/>
            <a:pathLst>
              <a:path extrusionOk="0" h="260347" w="1784347">
                <a:moveTo>
                  <a:pt x="0" y="0"/>
                </a:moveTo>
                <a:lnTo>
                  <a:pt x="1784347" y="0"/>
                </a:lnTo>
                <a:lnTo>
                  <a:pt x="1784347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1" name="Google Shape;361;p17"/>
          <p:cNvSpPr/>
          <p:nvPr/>
        </p:nvSpPr>
        <p:spPr>
          <a:xfrm>
            <a:off x="719547" y="4073576"/>
            <a:ext cx="247650" cy="209550"/>
          </a:xfrm>
          <a:custGeom>
            <a:rect b="b" l="l" r="r" t="t"/>
            <a:pathLst>
              <a:path extrusionOk="0" h="209550" w="247650">
                <a:moveTo>
                  <a:pt x="0" y="0"/>
                </a:moveTo>
                <a:lnTo>
                  <a:pt x="247650" y="0"/>
                </a:lnTo>
                <a:lnTo>
                  <a:pt x="247650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50" r="-50" t="0"/>
            </a:stretch>
          </a:blipFill>
          <a:ln>
            <a:noFill/>
          </a:ln>
        </p:spPr>
      </p:sp>
      <p:sp>
        <p:nvSpPr>
          <p:cNvPr id="362" name="Google Shape;362;p17"/>
          <p:cNvSpPr/>
          <p:nvPr/>
        </p:nvSpPr>
        <p:spPr>
          <a:xfrm>
            <a:off x="719547" y="4816526"/>
            <a:ext cx="247650" cy="209550"/>
          </a:xfrm>
          <a:custGeom>
            <a:rect b="b" l="l" r="r" t="t"/>
            <a:pathLst>
              <a:path extrusionOk="0" h="209550" w="247650">
                <a:moveTo>
                  <a:pt x="0" y="0"/>
                </a:moveTo>
                <a:lnTo>
                  <a:pt x="247650" y="0"/>
                </a:lnTo>
                <a:lnTo>
                  <a:pt x="247650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50" r="-50" t="0"/>
            </a:stretch>
          </a:blipFill>
          <a:ln>
            <a:noFill/>
          </a:ln>
        </p:spPr>
      </p:sp>
      <p:sp>
        <p:nvSpPr>
          <p:cNvPr id="363" name="Google Shape;363;p17"/>
          <p:cNvSpPr/>
          <p:nvPr/>
        </p:nvSpPr>
        <p:spPr>
          <a:xfrm>
            <a:off x="719547" y="5569001"/>
            <a:ext cx="247650" cy="209550"/>
          </a:xfrm>
          <a:custGeom>
            <a:rect b="b" l="l" r="r" t="t"/>
            <a:pathLst>
              <a:path extrusionOk="0" h="209550" w="247650">
                <a:moveTo>
                  <a:pt x="0" y="0"/>
                </a:moveTo>
                <a:lnTo>
                  <a:pt x="247650" y="0"/>
                </a:lnTo>
                <a:lnTo>
                  <a:pt x="247650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50" r="-50" t="0"/>
            </a:stretch>
          </a:blipFill>
          <a:ln>
            <a:noFill/>
          </a:ln>
        </p:spPr>
      </p:sp>
      <p:sp>
        <p:nvSpPr>
          <p:cNvPr id="364" name="Google Shape;364;p17"/>
          <p:cNvSpPr/>
          <p:nvPr/>
        </p:nvSpPr>
        <p:spPr>
          <a:xfrm>
            <a:off x="6358347" y="4073576"/>
            <a:ext cx="247650" cy="209550"/>
          </a:xfrm>
          <a:custGeom>
            <a:rect b="b" l="l" r="r" t="t"/>
            <a:pathLst>
              <a:path extrusionOk="0" h="209550" w="247650">
                <a:moveTo>
                  <a:pt x="0" y="0"/>
                </a:moveTo>
                <a:lnTo>
                  <a:pt x="247650" y="0"/>
                </a:lnTo>
                <a:lnTo>
                  <a:pt x="247650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50" r="-50" t="0"/>
            </a:stretch>
          </a:blipFill>
          <a:ln>
            <a:noFill/>
          </a:ln>
        </p:spPr>
      </p:sp>
      <p:sp>
        <p:nvSpPr>
          <p:cNvPr id="365" name="Google Shape;365;p17"/>
          <p:cNvSpPr/>
          <p:nvPr/>
        </p:nvSpPr>
        <p:spPr>
          <a:xfrm>
            <a:off x="6358347" y="4816526"/>
            <a:ext cx="247650" cy="209550"/>
          </a:xfrm>
          <a:custGeom>
            <a:rect b="b" l="l" r="r" t="t"/>
            <a:pathLst>
              <a:path extrusionOk="0" h="209550" w="247650">
                <a:moveTo>
                  <a:pt x="0" y="0"/>
                </a:moveTo>
                <a:lnTo>
                  <a:pt x="247650" y="0"/>
                </a:lnTo>
                <a:lnTo>
                  <a:pt x="247650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50" r="-50" t="0"/>
            </a:stretch>
          </a:blipFill>
          <a:ln>
            <a:noFill/>
          </a:ln>
        </p:spPr>
      </p:sp>
      <p:sp>
        <p:nvSpPr>
          <p:cNvPr id="366" name="Google Shape;366;p17"/>
          <p:cNvSpPr/>
          <p:nvPr/>
        </p:nvSpPr>
        <p:spPr>
          <a:xfrm>
            <a:off x="6358347" y="5569001"/>
            <a:ext cx="247650" cy="209550"/>
          </a:xfrm>
          <a:custGeom>
            <a:rect b="b" l="l" r="r" t="t"/>
            <a:pathLst>
              <a:path extrusionOk="0" h="209550" w="247650">
                <a:moveTo>
                  <a:pt x="0" y="0"/>
                </a:moveTo>
                <a:lnTo>
                  <a:pt x="247650" y="0"/>
                </a:lnTo>
                <a:lnTo>
                  <a:pt x="247650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50" r="-50" t="0"/>
            </a:stretch>
          </a:blipFill>
          <a:ln>
            <a:noFill/>
          </a:ln>
        </p:spPr>
      </p:sp>
      <p:sp>
        <p:nvSpPr>
          <p:cNvPr id="367" name="Google Shape;367;p17"/>
          <p:cNvSpPr/>
          <p:nvPr/>
        </p:nvSpPr>
        <p:spPr>
          <a:xfrm>
            <a:off x="-1105" y="-13024"/>
            <a:ext cx="1784347" cy="260347"/>
          </a:xfrm>
          <a:custGeom>
            <a:rect b="b" l="l" r="r" t="t"/>
            <a:pathLst>
              <a:path extrusionOk="0" h="518160" w="3566160">
                <a:moveTo>
                  <a:pt x="3566160" y="0"/>
                </a:moveTo>
                <a:lnTo>
                  <a:pt x="3566160" y="518160"/>
                </a:lnTo>
                <a:lnTo>
                  <a:pt x="0" y="518160"/>
                </a:lnTo>
                <a:lnTo>
                  <a:pt x="0" y="0"/>
                </a:lnTo>
                <a:lnTo>
                  <a:pt x="356616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68" name="Google Shape;368;p17"/>
          <p:cNvSpPr/>
          <p:nvPr/>
        </p:nvSpPr>
        <p:spPr>
          <a:xfrm>
            <a:off x="-13193" y="-46085"/>
            <a:ext cx="247650" cy="209550"/>
          </a:xfrm>
          <a:custGeom>
            <a:rect b="b" l="l" r="r" t="t"/>
            <a:pathLst>
              <a:path extrusionOk="0" h="414528" w="487680">
                <a:moveTo>
                  <a:pt x="487680" y="0"/>
                </a:moveTo>
                <a:lnTo>
                  <a:pt x="487680" y="414528"/>
                </a:lnTo>
                <a:lnTo>
                  <a:pt x="0" y="414528"/>
                </a:lnTo>
                <a:lnTo>
                  <a:pt x="0" y="0"/>
                </a:lnTo>
                <a:lnTo>
                  <a:pt x="48768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69" name="Google Shape;369;p17"/>
          <p:cNvSpPr/>
          <p:nvPr/>
        </p:nvSpPr>
        <p:spPr>
          <a:xfrm>
            <a:off x="-101300" y="-46085"/>
            <a:ext cx="247650" cy="209550"/>
          </a:xfrm>
          <a:custGeom>
            <a:rect b="b" l="l" r="r" t="t"/>
            <a:pathLst>
              <a:path extrusionOk="0" h="414528" w="487680">
                <a:moveTo>
                  <a:pt x="487680" y="0"/>
                </a:moveTo>
                <a:lnTo>
                  <a:pt x="487680" y="414528"/>
                </a:lnTo>
                <a:lnTo>
                  <a:pt x="0" y="414528"/>
                </a:lnTo>
                <a:lnTo>
                  <a:pt x="0" y="0"/>
                </a:lnTo>
                <a:lnTo>
                  <a:pt x="48768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70" name="Google Shape;370;p17"/>
          <p:cNvSpPr/>
          <p:nvPr/>
        </p:nvSpPr>
        <p:spPr>
          <a:xfrm>
            <a:off x="-13193" y="-54279"/>
            <a:ext cx="247650" cy="209550"/>
          </a:xfrm>
          <a:custGeom>
            <a:rect b="b" l="l" r="r" t="t"/>
            <a:pathLst>
              <a:path extrusionOk="0" h="414528" w="487680">
                <a:moveTo>
                  <a:pt x="487680" y="0"/>
                </a:moveTo>
                <a:lnTo>
                  <a:pt x="487680" y="414528"/>
                </a:lnTo>
                <a:lnTo>
                  <a:pt x="0" y="414528"/>
                </a:lnTo>
                <a:lnTo>
                  <a:pt x="0" y="0"/>
                </a:lnTo>
                <a:lnTo>
                  <a:pt x="48768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71" name="Google Shape;371;p17"/>
          <p:cNvSpPr/>
          <p:nvPr/>
        </p:nvSpPr>
        <p:spPr>
          <a:xfrm>
            <a:off x="-101300" y="-54279"/>
            <a:ext cx="247650" cy="209550"/>
          </a:xfrm>
          <a:custGeom>
            <a:rect b="b" l="l" r="r" t="t"/>
            <a:pathLst>
              <a:path extrusionOk="0" h="414528" w="487680">
                <a:moveTo>
                  <a:pt x="487680" y="0"/>
                </a:moveTo>
                <a:lnTo>
                  <a:pt x="487680" y="414528"/>
                </a:lnTo>
                <a:lnTo>
                  <a:pt x="0" y="414528"/>
                </a:lnTo>
                <a:lnTo>
                  <a:pt x="0" y="0"/>
                </a:lnTo>
                <a:lnTo>
                  <a:pt x="48768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72" name="Google Shape;372;p17"/>
          <p:cNvSpPr/>
          <p:nvPr/>
        </p:nvSpPr>
        <p:spPr>
          <a:xfrm>
            <a:off x="-13193" y="-62578"/>
            <a:ext cx="247650" cy="209550"/>
          </a:xfrm>
          <a:custGeom>
            <a:rect b="b" l="l" r="r" t="t"/>
            <a:pathLst>
              <a:path extrusionOk="0" h="414528" w="487680">
                <a:moveTo>
                  <a:pt x="487680" y="0"/>
                </a:moveTo>
                <a:lnTo>
                  <a:pt x="487680" y="414528"/>
                </a:lnTo>
                <a:lnTo>
                  <a:pt x="0" y="414528"/>
                </a:lnTo>
                <a:lnTo>
                  <a:pt x="0" y="0"/>
                </a:lnTo>
                <a:lnTo>
                  <a:pt x="48768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73" name="Google Shape;373;p17"/>
          <p:cNvSpPr/>
          <p:nvPr/>
        </p:nvSpPr>
        <p:spPr>
          <a:xfrm>
            <a:off x="-101300" y="-62578"/>
            <a:ext cx="247650" cy="209550"/>
          </a:xfrm>
          <a:custGeom>
            <a:rect b="b" l="l" r="r" t="t"/>
            <a:pathLst>
              <a:path extrusionOk="0" h="414528" w="487680">
                <a:moveTo>
                  <a:pt x="487680" y="0"/>
                </a:moveTo>
                <a:lnTo>
                  <a:pt x="487680" y="414528"/>
                </a:lnTo>
                <a:lnTo>
                  <a:pt x="0" y="414528"/>
                </a:lnTo>
                <a:lnTo>
                  <a:pt x="0" y="0"/>
                </a:lnTo>
                <a:lnTo>
                  <a:pt x="48768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74" name="Google Shape;374;p17"/>
          <p:cNvSpPr txBox="1"/>
          <p:nvPr/>
        </p:nvSpPr>
        <p:spPr>
          <a:xfrm>
            <a:off x="757838" y="2529678"/>
            <a:ext cx="1725016" cy="176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1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SEGURANÇA &amp; TRADE-OFFS</a:t>
            </a:r>
            <a:endParaRPr/>
          </a:p>
        </p:txBody>
      </p:sp>
      <p:sp>
        <p:nvSpPr>
          <p:cNvPr id="375" name="Google Shape;375;p17"/>
          <p:cNvSpPr txBox="1"/>
          <p:nvPr/>
        </p:nvSpPr>
        <p:spPr>
          <a:xfrm>
            <a:off x="661540" y="2739247"/>
            <a:ext cx="7258431" cy="564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62" u="none" cap="none" strike="noStrike">
                <a:solidFill>
                  <a:srgbClr val="171717"/>
                </a:solidFill>
                <a:latin typeface="Open Sans"/>
                <a:ea typeface="Open Sans"/>
                <a:cs typeface="Open Sans"/>
                <a:sym typeface="Open Sans"/>
              </a:rPr>
              <a:t>LGPD, ECA e Decisões de Engenharia</a:t>
            </a:r>
            <a:endParaRPr/>
          </a:p>
        </p:txBody>
      </p:sp>
      <p:sp>
        <p:nvSpPr>
          <p:cNvPr id="376" name="Google Shape;376;p17"/>
          <p:cNvSpPr txBox="1"/>
          <p:nvPr/>
        </p:nvSpPr>
        <p:spPr>
          <a:xfrm>
            <a:off x="661540" y="3608099"/>
            <a:ext cx="2602144" cy="28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171717"/>
                </a:solidFill>
                <a:latin typeface="Open Sans"/>
                <a:ea typeface="Open Sans"/>
                <a:cs typeface="Open Sans"/>
                <a:sym typeface="Open Sans"/>
              </a:rPr>
              <a:t>Proteção de</a:t>
            </a:r>
            <a:r>
              <a:rPr b="0" i="0" lang="en-US" sz="158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0" i="0" lang="en-US" sz="1580" u="none" cap="none" strike="noStrike">
                <a:solidFill>
                  <a:srgbClr val="171717"/>
                </a:solidFill>
                <a:latin typeface="Open Sans"/>
                <a:ea typeface="Open Sans"/>
                <a:cs typeface="Open Sans"/>
                <a:sym typeface="Open Sans"/>
              </a:rPr>
              <a:t>Dados</a:t>
            </a:r>
            <a:r>
              <a:rPr b="0" i="0" lang="en-US" sz="158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0" i="0" lang="en-US" sz="1580" u="none" cap="none" strike="noStrike">
                <a:solidFill>
                  <a:srgbClr val="171717"/>
                </a:solidFill>
                <a:latin typeface="Open Sans"/>
                <a:ea typeface="Open Sans"/>
                <a:cs typeface="Open Sans"/>
                <a:sym typeface="Open Sans"/>
              </a:rPr>
              <a:t>(LGPD)</a:t>
            </a:r>
            <a:endParaRPr/>
          </a:p>
        </p:txBody>
      </p:sp>
      <p:sp>
        <p:nvSpPr>
          <p:cNvPr id="377" name="Google Shape;377;p17"/>
          <p:cNvSpPr txBox="1"/>
          <p:nvPr/>
        </p:nvSpPr>
        <p:spPr>
          <a:xfrm>
            <a:off x="6301388" y="3608099"/>
            <a:ext cx="22476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171717"/>
                </a:solidFill>
                <a:latin typeface="Open Sans"/>
                <a:ea typeface="Open Sans"/>
                <a:cs typeface="Open Sans"/>
                <a:sym typeface="Open Sans"/>
              </a:rPr>
              <a:t>Trade-offs e Mitigações</a:t>
            </a:r>
            <a:endParaRPr/>
          </a:p>
        </p:txBody>
      </p:sp>
      <p:sp>
        <p:nvSpPr>
          <p:cNvPr id="378" name="Google Shape;378;p17"/>
          <p:cNvSpPr txBox="1"/>
          <p:nvPr/>
        </p:nvSpPr>
        <p:spPr>
          <a:xfrm>
            <a:off x="1183634" y="4014645"/>
            <a:ext cx="41730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5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Identificador único </a:t>
            </a:r>
            <a:r>
              <a:rPr lang="en-US" sz="1264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e irreversível</a:t>
            </a:r>
            <a:r>
              <a:rPr b="0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substitui nome, data de</a:t>
            </a:r>
            <a:endParaRPr/>
          </a:p>
          <a:p>
            <a:pPr indent="0" lvl="0" marL="0" marR="0" rtl="0" algn="l">
              <a:lnSpc>
                <a:spcPct val="1305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nascimento e diagnóstico em todos os registros</a:t>
            </a:r>
            <a:endParaRPr/>
          </a:p>
        </p:txBody>
      </p:sp>
      <p:sp>
        <p:nvSpPr>
          <p:cNvPr id="379" name="Google Shape;379;p17"/>
          <p:cNvSpPr txBox="1"/>
          <p:nvPr/>
        </p:nvSpPr>
        <p:spPr>
          <a:xfrm>
            <a:off x="1183634" y="4765215"/>
            <a:ext cx="4867218" cy="4254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5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Termo de consentimento dos responsáveis obrigatório antes de qualquer processamento de dados</a:t>
            </a:r>
            <a:endParaRPr/>
          </a:p>
        </p:txBody>
      </p:sp>
      <p:sp>
        <p:nvSpPr>
          <p:cNvPr id="380" name="Google Shape;380;p17"/>
          <p:cNvSpPr txBox="1"/>
          <p:nvPr/>
        </p:nvSpPr>
        <p:spPr>
          <a:xfrm>
            <a:off x="1183634" y="5522433"/>
            <a:ext cx="5082607" cy="406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6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TLS 1.3 com chaves rotacionadas a cada 90 dias · limite de 10 req/s por usuário</a:t>
            </a:r>
            <a:endParaRPr/>
          </a:p>
        </p:txBody>
      </p:sp>
      <p:sp>
        <p:nvSpPr>
          <p:cNvPr id="381" name="Google Shape;381;p17"/>
          <p:cNvSpPr txBox="1"/>
          <p:nvPr/>
        </p:nvSpPr>
        <p:spPr>
          <a:xfrm>
            <a:off x="6823472" y="4765215"/>
            <a:ext cx="4727591" cy="421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5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Microsserviços</a:t>
            </a:r>
            <a:r>
              <a:rPr b="0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escalam bem, mas aumentam complexidade mitigado com </a:t>
            </a:r>
            <a:r>
              <a:rPr b="1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processamento assíncrono</a:t>
            </a:r>
            <a:endParaRPr/>
          </a:p>
        </p:txBody>
      </p:sp>
      <p:sp>
        <p:nvSpPr>
          <p:cNvPr id="382" name="Google Shape;382;p17"/>
          <p:cNvSpPr txBox="1"/>
          <p:nvPr/>
        </p:nvSpPr>
        <p:spPr>
          <a:xfrm>
            <a:off x="6823472" y="5519299"/>
            <a:ext cx="4726610" cy="602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6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Kafka/RabbitMQ</a:t>
            </a:r>
            <a:r>
              <a:rPr b="0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melhoram desempenho em tarefas pesadas, mas podem gerar atrasos pontuais mitigado com </a:t>
            </a:r>
            <a:r>
              <a:rPr b="1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monitoramento contínuo</a:t>
            </a:r>
            <a:endParaRPr/>
          </a:p>
        </p:txBody>
      </p:sp>
      <p:sp>
        <p:nvSpPr>
          <p:cNvPr id="383" name="Google Shape;383;p17"/>
          <p:cNvSpPr txBox="1"/>
          <p:nvPr/>
        </p:nvSpPr>
        <p:spPr>
          <a:xfrm>
            <a:off x="6823472" y="4014645"/>
            <a:ext cx="4928130" cy="421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5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Criptografia</a:t>
            </a:r>
            <a:r>
              <a:rPr b="0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aumenta segurança, mas adiciona latência mitigado</a:t>
            </a:r>
            <a:endParaRPr/>
          </a:p>
          <a:p>
            <a:pPr indent="0" lvl="0" marL="0" marR="0" rtl="0" algn="l">
              <a:lnSpc>
                <a:spcPct val="1305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com </a:t>
            </a:r>
            <a:r>
              <a:rPr b="1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cache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8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9" name="Google Shape;389;p18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0" name="Google Shape;390;p18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1" name="Google Shape;391;p18"/>
          <p:cNvSpPr/>
          <p:nvPr/>
        </p:nvSpPr>
        <p:spPr>
          <a:xfrm>
            <a:off x="3172" y="3172"/>
            <a:ext cx="12185618" cy="6851618"/>
          </a:xfrm>
          <a:custGeom>
            <a:rect b="b" l="l" r="r" t="t"/>
            <a:pathLst>
              <a:path extrusionOk="0" h="9135491" w="16247490">
                <a:moveTo>
                  <a:pt x="0" y="0"/>
                </a:moveTo>
                <a:lnTo>
                  <a:pt x="16247490" y="0"/>
                </a:lnTo>
                <a:lnTo>
                  <a:pt x="16247490" y="9135491"/>
                </a:lnTo>
                <a:lnTo>
                  <a:pt x="0" y="91354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6" r="-6" t="0"/>
            </a:stretch>
          </a:blipFill>
          <a:ln>
            <a:noFill/>
          </a:ln>
        </p:spPr>
      </p:sp>
      <p:sp>
        <p:nvSpPr>
          <p:cNvPr id="392" name="Google Shape;392;p18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3" name="Google Shape;393;p18"/>
          <p:cNvSpPr/>
          <p:nvPr/>
        </p:nvSpPr>
        <p:spPr>
          <a:xfrm>
            <a:off x="655634" y="663197"/>
            <a:ext cx="927097" cy="273053"/>
          </a:xfrm>
          <a:custGeom>
            <a:rect b="b" l="l" r="r" t="t"/>
            <a:pathLst>
              <a:path extrusionOk="0" h="273053" w="927097">
                <a:moveTo>
                  <a:pt x="0" y="0"/>
                </a:moveTo>
                <a:lnTo>
                  <a:pt x="927097" y="0"/>
                </a:lnTo>
                <a:lnTo>
                  <a:pt x="927097" y="273053"/>
                </a:lnTo>
                <a:lnTo>
                  <a:pt x="0" y="2730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8" r="-8" t="0"/>
            </a:stretch>
          </a:blipFill>
          <a:ln>
            <a:noFill/>
          </a:ln>
        </p:spPr>
      </p:sp>
      <p:sp>
        <p:nvSpPr>
          <p:cNvPr id="394" name="Google Shape;394;p18"/>
          <p:cNvSpPr/>
          <p:nvPr/>
        </p:nvSpPr>
        <p:spPr>
          <a:xfrm>
            <a:off x="655615" y="1673771"/>
            <a:ext cx="3625853" cy="647700"/>
          </a:xfrm>
          <a:custGeom>
            <a:rect b="b" l="l" r="r" t="t"/>
            <a:pathLst>
              <a:path extrusionOk="0" h="647700" w="3625853">
                <a:moveTo>
                  <a:pt x="0" y="0"/>
                </a:moveTo>
                <a:lnTo>
                  <a:pt x="3625853" y="0"/>
                </a:lnTo>
                <a:lnTo>
                  <a:pt x="3625853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5" name="Google Shape;395;p18"/>
          <p:cNvSpPr/>
          <p:nvPr/>
        </p:nvSpPr>
        <p:spPr>
          <a:xfrm>
            <a:off x="4284640" y="1673771"/>
            <a:ext cx="3625853" cy="647700"/>
          </a:xfrm>
          <a:custGeom>
            <a:rect b="b" l="l" r="r" t="t"/>
            <a:pathLst>
              <a:path extrusionOk="0" h="647700" w="3625853">
                <a:moveTo>
                  <a:pt x="0" y="0"/>
                </a:moveTo>
                <a:lnTo>
                  <a:pt x="3625853" y="0"/>
                </a:lnTo>
                <a:lnTo>
                  <a:pt x="3625853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6" name="Google Shape;396;p18"/>
          <p:cNvSpPr/>
          <p:nvPr/>
        </p:nvSpPr>
        <p:spPr>
          <a:xfrm>
            <a:off x="7904140" y="1673771"/>
            <a:ext cx="3625853" cy="647700"/>
          </a:xfrm>
          <a:custGeom>
            <a:rect b="b" l="l" r="r" t="t"/>
            <a:pathLst>
              <a:path extrusionOk="0" h="647700" w="3625853">
                <a:moveTo>
                  <a:pt x="0" y="0"/>
                </a:moveTo>
                <a:lnTo>
                  <a:pt x="3625853" y="0"/>
                </a:lnTo>
                <a:lnTo>
                  <a:pt x="3625853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7" name="Google Shape;397;p18"/>
          <p:cNvSpPr/>
          <p:nvPr/>
        </p:nvSpPr>
        <p:spPr>
          <a:xfrm>
            <a:off x="655491" y="4215289"/>
            <a:ext cx="10871197" cy="558803"/>
          </a:xfrm>
          <a:custGeom>
            <a:rect b="b" l="l" r="r" t="t"/>
            <a:pathLst>
              <a:path extrusionOk="0" h="558803" w="10871197">
                <a:moveTo>
                  <a:pt x="0" y="0"/>
                </a:moveTo>
                <a:lnTo>
                  <a:pt x="10871197" y="0"/>
                </a:lnTo>
                <a:lnTo>
                  <a:pt x="10871197" y="558803"/>
                </a:lnTo>
                <a:lnTo>
                  <a:pt x="0" y="5588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8" name="Google Shape;398;p18"/>
          <p:cNvSpPr/>
          <p:nvPr/>
        </p:nvSpPr>
        <p:spPr>
          <a:xfrm>
            <a:off x="654120" y="4210050"/>
            <a:ext cx="10883932" cy="76200"/>
          </a:xfrm>
          <a:custGeom>
            <a:rect b="b" l="l" r="r" t="t"/>
            <a:pathLst>
              <a:path extrusionOk="0" h="101600" w="14511910">
                <a:moveTo>
                  <a:pt x="0" y="0"/>
                </a:moveTo>
                <a:lnTo>
                  <a:pt x="14511910" y="0"/>
                </a:lnTo>
                <a:lnTo>
                  <a:pt x="1451191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9" name="Google Shape;399;p18"/>
          <p:cNvSpPr/>
          <p:nvPr/>
        </p:nvSpPr>
        <p:spPr>
          <a:xfrm>
            <a:off x="654120" y="4705350"/>
            <a:ext cx="10883932" cy="76200"/>
          </a:xfrm>
          <a:custGeom>
            <a:rect b="b" l="l" r="r" t="t"/>
            <a:pathLst>
              <a:path extrusionOk="0" h="101600" w="14511910">
                <a:moveTo>
                  <a:pt x="0" y="0"/>
                </a:moveTo>
                <a:lnTo>
                  <a:pt x="14511910" y="0"/>
                </a:lnTo>
                <a:lnTo>
                  <a:pt x="1451191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0" name="Google Shape;400;p18"/>
          <p:cNvSpPr/>
          <p:nvPr/>
        </p:nvSpPr>
        <p:spPr>
          <a:xfrm>
            <a:off x="11512258" y="4206878"/>
            <a:ext cx="25431" cy="577881"/>
          </a:xfrm>
          <a:custGeom>
            <a:rect b="b" l="l" r="r" t="t"/>
            <a:pathLst>
              <a:path extrusionOk="0" h="770509" w="33909">
                <a:moveTo>
                  <a:pt x="0" y="0"/>
                </a:moveTo>
                <a:lnTo>
                  <a:pt x="33909" y="0"/>
                </a:lnTo>
                <a:lnTo>
                  <a:pt x="33909" y="770509"/>
                </a:lnTo>
                <a:lnTo>
                  <a:pt x="0" y="7705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4" l="0" r="112" t="0"/>
            </a:stretch>
          </a:blipFill>
          <a:ln>
            <a:noFill/>
          </a:ln>
        </p:spPr>
      </p:sp>
      <p:sp>
        <p:nvSpPr>
          <p:cNvPr id="401" name="Google Shape;401;p18"/>
          <p:cNvSpPr/>
          <p:nvPr/>
        </p:nvSpPr>
        <p:spPr>
          <a:xfrm>
            <a:off x="638175" y="4209288"/>
            <a:ext cx="76200" cy="571500"/>
          </a:xfrm>
          <a:custGeom>
            <a:rect b="b" l="l" r="r" t="t"/>
            <a:pathLst>
              <a:path extrusionOk="0" h="571500" w="76200">
                <a:moveTo>
                  <a:pt x="0" y="0"/>
                </a:moveTo>
                <a:lnTo>
                  <a:pt x="76200" y="0"/>
                </a:lnTo>
                <a:lnTo>
                  <a:pt x="762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2" name="Google Shape;402;p18"/>
          <p:cNvSpPr/>
          <p:nvPr/>
        </p:nvSpPr>
        <p:spPr>
          <a:xfrm>
            <a:off x="655491" y="4920139"/>
            <a:ext cx="10871197" cy="558803"/>
          </a:xfrm>
          <a:custGeom>
            <a:rect b="b" l="l" r="r" t="t"/>
            <a:pathLst>
              <a:path extrusionOk="0" h="558803" w="10871197">
                <a:moveTo>
                  <a:pt x="0" y="0"/>
                </a:moveTo>
                <a:lnTo>
                  <a:pt x="10871197" y="0"/>
                </a:lnTo>
                <a:lnTo>
                  <a:pt x="10871197" y="558803"/>
                </a:lnTo>
                <a:lnTo>
                  <a:pt x="0" y="5588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3" name="Google Shape;403;p18"/>
          <p:cNvSpPr/>
          <p:nvPr/>
        </p:nvSpPr>
        <p:spPr>
          <a:xfrm>
            <a:off x="654120" y="4914900"/>
            <a:ext cx="10883932" cy="76200"/>
          </a:xfrm>
          <a:custGeom>
            <a:rect b="b" l="l" r="r" t="t"/>
            <a:pathLst>
              <a:path extrusionOk="0" h="101600" w="14511910">
                <a:moveTo>
                  <a:pt x="0" y="0"/>
                </a:moveTo>
                <a:lnTo>
                  <a:pt x="14511910" y="0"/>
                </a:lnTo>
                <a:lnTo>
                  <a:pt x="1451191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4" name="Google Shape;404;p18"/>
          <p:cNvSpPr/>
          <p:nvPr/>
        </p:nvSpPr>
        <p:spPr>
          <a:xfrm>
            <a:off x="654120" y="5410200"/>
            <a:ext cx="10883932" cy="76200"/>
          </a:xfrm>
          <a:custGeom>
            <a:rect b="b" l="l" r="r" t="t"/>
            <a:pathLst>
              <a:path extrusionOk="0" h="101600" w="14511910">
                <a:moveTo>
                  <a:pt x="0" y="0"/>
                </a:moveTo>
                <a:lnTo>
                  <a:pt x="14511910" y="0"/>
                </a:lnTo>
                <a:lnTo>
                  <a:pt x="1451191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5" name="Google Shape;405;p18"/>
          <p:cNvSpPr/>
          <p:nvPr/>
        </p:nvSpPr>
        <p:spPr>
          <a:xfrm>
            <a:off x="11512258" y="4911728"/>
            <a:ext cx="25431" cy="577881"/>
          </a:xfrm>
          <a:custGeom>
            <a:rect b="b" l="l" r="r" t="t"/>
            <a:pathLst>
              <a:path extrusionOk="0" h="770509" w="33909">
                <a:moveTo>
                  <a:pt x="0" y="0"/>
                </a:moveTo>
                <a:lnTo>
                  <a:pt x="33909" y="0"/>
                </a:lnTo>
                <a:lnTo>
                  <a:pt x="33909" y="770509"/>
                </a:lnTo>
                <a:lnTo>
                  <a:pt x="0" y="7705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4" l="0" r="112" t="0"/>
            </a:stretch>
          </a:blipFill>
          <a:ln>
            <a:noFill/>
          </a:ln>
        </p:spPr>
      </p:sp>
      <p:sp>
        <p:nvSpPr>
          <p:cNvPr id="406" name="Google Shape;406;p18"/>
          <p:cNvSpPr/>
          <p:nvPr/>
        </p:nvSpPr>
        <p:spPr>
          <a:xfrm>
            <a:off x="638175" y="4914138"/>
            <a:ext cx="76200" cy="571500"/>
          </a:xfrm>
          <a:custGeom>
            <a:rect b="b" l="l" r="r" t="t"/>
            <a:pathLst>
              <a:path extrusionOk="0" h="571500" w="76200">
                <a:moveTo>
                  <a:pt x="0" y="0"/>
                </a:moveTo>
                <a:lnTo>
                  <a:pt x="76200" y="0"/>
                </a:lnTo>
                <a:lnTo>
                  <a:pt x="762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7" name="Google Shape;407;p18"/>
          <p:cNvSpPr/>
          <p:nvPr/>
        </p:nvSpPr>
        <p:spPr>
          <a:xfrm>
            <a:off x="655491" y="5624989"/>
            <a:ext cx="10871197" cy="558803"/>
          </a:xfrm>
          <a:custGeom>
            <a:rect b="b" l="l" r="r" t="t"/>
            <a:pathLst>
              <a:path extrusionOk="0" h="558803" w="10871197">
                <a:moveTo>
                  <a:pt x="0" y="0"/>
                </a:moveTo>
                <a:lnTo>
                  <a:pt x="10871197" y="0"/>
                </a:lnTo>
                <a:lnTo>
                  <a:pt x="10871197" y="558803"/>
                </a:lnTo>
                <a:lnTo>
                  <a:pt x="0" y="5588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8" name="Google Shape;408;p18"/>
          <p:cNvSpPr/>
          <p:nvPr/>
        </p:nvSpPr>
        <p:spPr>
          <a:xfrm>
            <a:off x="654120" y="5619750"/>
            <a:ext cx="10883932" cy="76200"/>
          </a:xfrm>
          <a:custGeom>
            <a:rect b="b" l="l" r="r" t="t"/>
            <a:pathLst>
              <a:path extrusionOk="0" h="101600" w="14511910">
                <a:moveTo>
                  <a:pt x="0" y="0"/>
                </a:moveTo>
                <a:lnTo>
                  <a:pt x="14511910" y="0"/>
                </a:lnTo>
                <a:lnTo>
                  <a:pt x="1451191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9" name="Google Shape;409;p18"/>
          <p:cNvSpPr/>
          <p:nvPr/>
        </p:nvSpPr>
        <p:spPr>
          <a:xfrm>
            <a:off x="654120" y="6115050"/>
            <a:ext cx="10883932" cy="76200"/>
          </a:xfrm>
          <a:custGeom>
            <a:rect b="b" l="l" r="r" t="t"/>
            <a:pathLst>
              <a:path extrusionOk="0" h="101600" w="14511910">
                <a:moveTo>
                  <a:pt x="0" y="0"/>
                </a:moveTo>
                <a:lnTo>
                  <a:pt x="14511910" y="0"/>
                </a:lnTo>
                <a:lnTo>
                  <a:pt x="1451191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0" name="Google Shape;410;p18"/>
          <p:cNvSpPr/>
          <p:nvPr/>
        </p:nvSpPr>
        <p:spPr>
          <a:xfrm>
            <a:off x="11512258" y="5616578"/>
            <a:ext cx="25431" cy="577881"/>
          </a:xfrm>
          <a:custGeom>
            <a:rect b="b" l="l" r="r" t="t"/>
            <a:pathLst>
              <a:path extrusionOk="0" h="770509" w="33909">
                <a:moveTo>
                  <a:pt x="0" y="0"/>
                </a:moveTo>
                <a:lnTo>
                  <a:pt x="33909" y="0"/>
                </a:lnTo>
                <a:lnTo>
                  <a:pt x="33909" y="770509"/>
                </a:lnTo>
                <a:lnTo>
                  <a:pt x="0" y="7705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1">
              <a:alphaModFix/>
            </a:blip>
            <a:stretch>
              <a:fillRect b="4" l="0" r="112" t="0"/>
            </a:stretch>
          </a:blipFill>
          <a:ln>
            <a:noFill/>
          </a:ln>
        </p:spPr>
      </p:sp>
      <p:sp>
        <p:nvSpPr>
          <p:cNvPr id="411" name="Google Shape;411;p18"/>
          <p:cNvSpPr/>
          <p:nvPr/>
        </p:nvSpPr>
        <p:spPr>
          <a:xfrm>
            <a:off x="638175" y="5618988"/>
            <a:ext cx="76200" cy="571500"/>
          </a:xfrm>
          <a:custGeom>
            <a:rect b="b" l="l" r="r" t="t"/>
            <a:pathLst>
              <a:path extrusionOk="0" h="571500" w="76200">
                <a:moveTo>
                  <a:pt x="0" y="0"/>
                </a:moveTo>
                <a:lnTo>
                  <a:pt x="76200" y="0"/>
                </a:lnTo>
                <a:lnTo>
                  <a:pt x="762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2" name="Google Shape;412;p18"/>
          <p:cNvSpPr/>
          <p:nvPr/>
        </p:nvSpPr>
        <p:spPr>
          <a:xfrm>
            <a:off x="-615" y="-14400"/>
            <a:ext cx="927097" cy="273053"/>
          </a:xfrm>
          <a:custGeom>
            <a:rect b="b" l="l" r="r" t="t"/>
            <a:pathLst>
              <a:path extrusionOk="0" h="536448" w="1853184">
                <a:moveTo>
                  <a:pt x="1853184" y="0"/>
                </a:moveTo>
                <a:lnTo>
                  <a:pt x="1853184" y="536448"/>
                </a:lnTo>
                <a:lnTo>
                  <a:pt x="0" y="536448"/>
                </a:lnTo>
                <a:lnTo>
                  <a:pt x="0" y="0"/>
                </a:lnTo>
                <a:lnTo>
                  <a:pt x="185318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413" name="Google Shape;413;p18"/>
          <p:cNvSpPr/>
          <p:nvPr/>
        </p:nvSpPr>
        <p:spPr>
          <a:xfrm>
            <a:off x="-1208" y="-14199"/>
            <a:ext cx="3625853" cy="647700"/>
          </a:xfrm>
          <a:custGeom>
            <a:rect b="b" l="l" r="r" t="t"/>
            <a:pathLst>
              <a:path extrusionOk="0" h="1286256" w="7248144">
                <a:moveTo>
                  <a:pt x="7248144" y="0"/>
                </a:moveTo>
                <a:lnTo>
                  <a:pt x="7248144" y="1286256"/>
                </a:lnTo>
                <a:lnTo>
                  <a:pt x="0" y="1286256"/>
                </a:lnTo>
                <a:lnTo>
                  <a:pt x="0" y="0"/>
                </a:lnTo>
                <a:lnTo>
                  <a:pt x="724814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414" name="Google Shape;414;p18"/>
          <p:cNvSpPr/>
          <p:nvPr/>
        </p:nvSpPr>
        <p:spPr>
          <a:xfrm>
            <a:off x="-2992" y="-14199"/>
            <a:ext cx="3625854" cy="647700"/>
          </a:xfrm>
          <a:custGeom>
            <a:rect b="b" l="l" r="r" t="t"/>
            <a:pathLst>
              <a:path extrusionOk="0" h="1286256" w="7248145">
                <a:moveTo>
                  <a:pt x="7248144" y="0"/>
                </a:moveTo>
                <a:lnTo>
                  <a:pt x="7248144" y="1286256"/>
                </a:lnTo>
                <a:lnTo>
                  <a:pt x="0" y="1286256"/>
                </a:lnTo>
                <a:lnTo>
                  <a:pt x="0" y="0"/>
                </a:lnTo>
                <a:lnTo>
                  <a:pt x="724814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415" name="Google Shape;415;p18"/>
          <p:cNvSpPr/>
          <p:nvPr/>
        </p:nvSpPr>
        <p:spPr>
          <a:xfrm>
            <a:off x="-4770" y="-14199"/>
            <a:ext cx="3625853" cy="647700"/>
          </a:xfrm>
          <a:custGeom>
            <a:rect b="b" l="l" r="r" t="t"/>
            <a:pathLst>
              <a:path extrusionOk="0" h="1286256" w="7248144">
                <a:moveTo>
                  <a:pt x="7248144" y="0"/>
                </a:moveTo>
                <a:lnTo>
                  <a:pt x="7248144" y="1286256"/>
                </a:lnTo>
                <a:lnTo>
                  <a:pt x="0" y="1286256"/>
                </a:lnTo>
                <a:lnTo>
                  <a:pt x="0" y="0"/>
                </a:lnTo>
                <a:lnTo>
                  <a:pt x="724814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416" name="Google Shape;416;p18"/>
          <p:cNvSpPr/>
          <p:nvPr/>
        </p:nvSpPr>
        <p:spPr>
          <a:xfrm>
            <a:off x="0" y="-37883"/>
            <a:ext cx="76200" cy="577853"/>
          </a:xfrm>
          <a:custGeom>
            <a:rect b="b" l="l" r="r" t="t"/>
            <a:pathLst>
              <a:path extrusionOk="0" h="1146048" w="152400">
                <a:moveTo>
                  <a:pt x="152400" y="0"/>
                </a:moveTo>
                <a:lnTo>
                  <a:pt x="152400" y="1146048"/>
                </a:lnTo>
                <a:lnTo>
                  <a:pt x="0" y="1146048"/>
                </a:lnTo>
                <a:lnTo>
                  <a:pt x="0" y="0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417" name="Google Shape;417;p18"/>
          <p:cNvSpPr/>
          <p:nvPr/>
        </p:nvSpPr>
        <p:spPr>
          <a:xfrm>
            <a:off x="-1142" y="-32956"/>
            <a:ext cx="10871196" cy="558803"/>
          </a:xfrm>
          <a:custGeom>
            <a:rect b="b" l="l" r="r" t="t"/>
            <a:pathLst>
              <a:path extrusionOk="0" h="1109472" w="21738335">
                <a:moveTo>
                  <a:pt x="21738335" y="0"/>
                </a:moveTo>
                <a:lnTo>
                  <a:pt x="21738335" y="1109472"/>
                </a:lnTo>
                <a:lnTo>
                  <a:pt x="0" y="1109472"/>
                </a:lnTo>
                <a:lnTo>
                  <a:pt x="0" y="0"/>
                </a:lnTo>
                <a:lnTo>
                  <a:pt x="21738335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418" name="Google Shape;418;p18"/>
          <p:cNvSpPr/>
          <p:nvPr/>
        </p:nvSpPr>
        <p:spPr>
          <a:xfrm>
            <a:off x="0" y="-43823"/>
            <a:ext cx="76200" cy="577853"/>
          </a:xfrm>
          <a:custGeom>
            <a:rect b="b" l="l" r="r" t="t"/>
            <a:pathLst>
              <a:path extrusionOk="0" h="1146048" w="152400">
                <a:moveTo>
                  <a:pt x="152400" y="0"/>
                </a:moveTo>
                <a:lnTo>
                  <a:pt x="152400" y="1146048"/>
                </a:lnTo>
                <a:lnTo>
                  <a:pt x="0" y="1146048"/>
                </a:lnTo>
                <a:lnTo>
                  <a:pt x="0" y="0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419" name="Google Shape;419;p18"/>
          <p:cNvSpPr/>
          <p:nvPr/>
        </p:nvSpPr>
        <p:spPr>
          <a:xfrm>
            <a:off x="-222298" y="-43823"/>
            <a:ext cx="292104" cy="577853"/>
          </a:xfrm>
          <a:custGeom>
            <a:rect b="b" l="l" r="r" t="t"/>
            <a:pathLst>
              <a:path extrusionOk="0" h="1146048" w="573026">
                <a:moveTo>
                  <a:pt x="573026" y="0"/>
                </a:moveTo>
                <a:lnTo>
                  <a:pt x="573026" y="1146048"/>
                </a:lnTo>
                <a:lnTo>
                  <a:pt x="0" y="1146048"/>
                </a:lnTo>
                <a:lnTo>
                  <a:pt x="0" y="0"/>
                </a:lnTo>
                <a:lnTo>
                  <a:pt x="573026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420" name="Google Shape;420;p18"/>
          <p:cNvSpPr/>
          <p:nvPr/>
        </p:nvSpPr>
        <p:spPr>
          <a:xfrm>
            <a:off x="-3129" y="0"/>
            <a:ext cx="10883904" cy="76200"/>
          </a:xfrm>
          <a:custGeom>
            <a:rect b="b" l="l" r="r" t="t"/>
            <a:pathLst>
              <a:path extrusionOk="0" h="152400" w="21756625">
                <a:moveTo>
                  <a:pt x="21756625" y="0"/>
                </a:moveTo>
                <a:lnTo>
                  <a:pt x="21756625" y="152400"/>
                </a:lnTo>
                <a:lnTo>
                  <a:pt x="0" y="152400"/>
                </a:lnTo>
                <a:lnTo>
                  <a:pt x="0" y="0"/>
                </a:lnTo>
                <a:lnTo>
                  <a:pt x="21756625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421" name="Google Shape;421;p18"/>
          <p:cNvSpPr/>
          <p:nvPr/>
        </p:nvSpPr>
        <p:spPr>
          <a:xfrm>
            <a:off x="-1142" y="-38124"/>
            <a:ext cx="10871196" cy="558803"/>
          </a:xfrm>
          <a:custGeom>
            <a:rect b="b" l="l" r="r" t="t"/>
            <a:pathLst>
              <a:path extrusionOk="0" h="1109472" w="21738335">
                <a:moveTo>
                  <a:pt x="21738335" y="0"/>
                </a:moveTo>
                <a:lnTo>
                  <a:pt x="21738335" y="1109472"/>
                </a:lnTo>
                <a:lnTo>
                  <a:pt x="0" y="1109472"/>
                </a:lnTo>
                <a:lnTo>
                  <a:pt x="0" y="0"/>
                </a:lnTo>
                <a:lnTo>
                  <a:pt x="21738335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422" name="Google Shape;422;p18"/>
          <p:cNvSpPr/>
          <p:nvPr/>
        </p:nvSpPr>
        <p:spPr>
          <a:xfrm>
            <a:off x="-3129" y="0"/>
            <a:ext cx="10883904" cy="76200"/>
          </a:xfrm>
          <a:custGeom>
            <a:rect b="b" l="l" r="r" t="t"/>
            <a:pathLst>
              <a:path extrusionOk="0" h="152400" w="21756625">
                <a:moveTo>
                  <a:pt x="21756625" y="0"/>
                </a:moveTo>
                <a:lnTo>
                  <a:pt x="21756625" y="152400"/>
                </a:lnTo>
                <a:lnTo>
                  <a:pt x="0" y="152400"/>
                </a:lnTo>
                <a:lnTo>
                  <a:pt x="0" y="0"/>
                </a:lnTo>
                <a:lnTo>
                  <a:pt x="21756625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423" name="Google Shape;423;p18"/>
          <p:cNvSpPr/>
          <p:nvPr/>
        </p:nvSpPr>
        <p:spPr>
          <a:xfrm>
            <a:off x="0" y="-49762"/>
            <a:ext cx="76200" cy="577853"/>
          </a:xfrm>
          <a:custGeom>
            <a:rect b="b" l="l" r="r" t="t"/>
            <a:pathLst>
              <a:path extrusionOk="0" h="1146048" w="152400">
                <a:moveTo>
                  <a:pt x="152400" y="0"/>
                </a:moveTo>
                <a:lnTo>
                  <a:pt x="152400" y="1146048"/>
                </a:lnTo>
                <a:lnTo>
                  <a:pt x="0" y="1146048"/>
                </a:lnTo>
                <a:lnTo>
                  <a:pt x="0" y="0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424" name="Google Shape;424;p18"/>
          <p:cNvSpPr/>
          <p:nvPr/>
        </p:nvSpPr>
        <p:spPr>
          <a:xfrm>
            <a:off x="-222298" y="-49762"/>
            <a:ext cx="292104" cy="577853"/>
          </a:xfrm>
          <a:custGeom>
            <a:rect b="b" l="l" r="r" t="t"/>
            <a:pathLst>
              <a:path extrusionOk="0" h="1146048" w="573026">
                <a:moveTo>
                  <a:pt x="573026" y="0"/>
                </a:moveTo>
                <a:lnTo>
                  <a:pt x="573026" y="1146048"/>
                </a:lnTo>
                <a:lnTo>
                  <a:pt x="0" y="1146048"/>
                </a:lnTo>
                <a:lnTo>
                  <a:pt x="0" y="0"/>
                </a:lnTo>
                <a:lnTo>
                  <a:pt x="573026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425" name="Google Shape;425;p18"/>
          <p:cNvSpPr/>
          <p:nvPr/>
        </p:nvSpPr>
        <p:spPr>
          <a:xfrm>
            <a:off x="-3129" y="0"/>
            <a:ext cx="10883904" cy="76200"/>
          </a:xfrm>
          <a:custGeom>
            <a:rect b="b" l="l" r="r" t="t"/>
            <a:pathLst>
              <a:path extrusionOk="0" h="152400" w="21756625">
                <a:moveTo>
                  <a:pt x="21756625" y="0"/>
                </a:moveTo>
                <a:lnTo>
                  <a:pt x="21756625" y="152400"/>
                </a:lnTo>
                <a:lnTo>
                  <a:pt x="0" y="152400"/>
                </a:lnTo>
                <a:lnTo>
                  <a:pt x="0" y="0"/>
                </a:lnTo>
                <a:lnTo>
                  <a:pt x="21756625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426" name="Google Shape;426;p18"/>
          <p:cNvSpPr/>
          <p:nvPr/>
        </p:nvSpPr>
        <p:spPr>
          <a:xfrm>
            <a:off x="-1142" y="-43291"/>
            <a:ext cx="10871196" cy="558803"/>
          </a:xfrm>
          <a:custGeom>
            <a:rect b="b" l="l" r="r" t="t"/>
            <a:pathLst>
              <a:path extrusionOk="0" h="1109472" w="21738335">
                <a:moveTo>
                  <a:pt x="21738335" y="0"/>
                </a:moveTo>
                <a:lnTo>
                  <a:pt x="21738335" y="1109472"/>
                </a:lnTo>
                <a:lnTo>
                  <a:pt x="0" y="1109472"/>
                </a:lnTo>
                <a:lnTo>
                  <a:pt x="0" y="0"/>
                </a:lnTo>
                <a:lnTo>
                  <a:pt x="21738335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427" name="Google Shape;427;p18"/>
          <p:cNvSpPr/>
          <p:nvPr/>
        </p:nvSpPr>
        <p:spPr>
          <a:xfrm>
            <a:off x="-3129" y="0"/>
            <a:ext cx="10883904" cy="76200"/>
          </a:xfrm>
          <a:custGeom>
            <a:rect b="b" l="l" r="r" t="t"/>
            <a:pathLst>
              <a:path extrusionOk="0" h="152400" w="21756625">
                <a:moveTo>
                  <a:pt x="21756625" y="0"/>
                </a:moveTo>
                <a:lnTo>
                  <a:pt x="21756625" y="152400"/>
                </a:lnTo>
                <a:lnTo>
                  <a:pt x="0" y="152400"/>
                </a:lnTo>
                <a:lnTo>
                  <a:pt x="0" y="0"/>
                </a:lnTo>
                <a:lnTo>
                  <a:pt x="21756625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428" name="Google Shape;428;p18"/>
          <p:cNvSpPr txBox="1"/>
          <p:nvPr/>
        </p:nvSpPr>
        <p:spPr>
          <a:xfrm>
            <a:off x="757838" y="672303"/>
            <a:ext cx="801815" cy="176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1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CONCLUSÃO</a:t>
            </a:r>
            <a:endParaRPr/>
          </a:p>
        </p:txBody>
      </p:sp>
      <p:sp>
        <p:nvSpPr>
          <p:cNvPr id="429" name="Google Shape;429;p18"/>
          <p:cNvSpPr txBox="1"/>
          <p:nvPr/>
        </p:nvSpPr>
        <p:spPr>
          <a:xfrm>
            <a:off x="661540" y="881872"/>
            <a:ext cx="5070310" cy="564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62" u="none" cap="none" strike="noStrike">
                <a:solidFill>
                  <a:srgbClr val="171717"/>
                </a:solidFill>
                <a:latin typeface="Open Sans"/>
                <a:ea typeface="Open Sans"/>
                <a:cs typeface="Open Sans"/>
                <a:sym typeface="Open Sans"/>
              </a:rPr>
              <a:t>Por que esta Arquitetura?</a:t>
            </a:r>
            <a:endParaRPr/>
          </a:p>
        </p:txBody>
      </p:sp>
      <p:sp>
        <p:nvSpPr>
          <p:cNvPr id="430" name="Google Shape;430;p18"/>
          <p:cNvSpPr txBox="1"/>
          <p:nvPr/>
        </p:nvSpPr>
        <p:spPr>
          <a:xfrm>
            <a:off x="2426351" y="1780756"/>
            <a:ext cx="140541" cy="337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7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431" name="Google Shape;431;p18"/>
          <p:cNvSpPr txBox="1"/>
          <p:nvPr/>
        </p:nvSpPr>
        <p:spPr>
          <a:xfrm>
            <a:off x="6029620" y="1780756"/>
            <a:ext cx="140541" cy="337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7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/>
          </a:p>
        </p:txBody>
      </p:sp>
      <p:sp>
        <p:nvSpPr>
          <p:cNvPr id="432" name="Google Shape;432;p18"/>
          <p:cNvSpPr txBox="1"/>
          <p:nvPr/>
        </p:nvSpPr>
        <p:spPr>
          <a:xfrm>
            <a:off x="9651654" y="1780756"/>
            <a:ext cx="140541" cy="337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7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/>
          </a:p>
        </p:txBody>
      </p:sp>
      <p:sp>
        <p:nvSpPr>
          <p:cNvPr id="433" name="Google Shape;433;p18"/>
          <p:cNvSpPr txBox="1"/>
          <p:nvPr/>
        </p:nvSpPr>
        <p:spPr>
          <a:xfrm>
            <a:off x="822131" y="2398424"/>
            <a:ext cx="1342320" cy="28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Humanização</a:t>
            </a:r>
            <a:endParaRPr/>
          </a:p>
        </p:txBody>
      </p:sp>
      <p:sp>
        <p:nvSpPr>
          <p:cNvPr id="434" name="Google Shape;434;p18"/>
          <p:cNvSpPr txBox="1"/>
          <p:nvPr/>
        </p:nvSpPr>
        <p:spPr>
          <a:xfrm>
            <a:off x="1624546" y="2719245"/>
            <a:ext cx="43405" cy="225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435" name="Google Shape;435;p18"/>
          <p:cNvSpPr txBox="1"/>
          <p:nvPr/>
        </p:nvSpPr>
        <p:spPr>
          <a:xfrm>
            <a:off x="661540" y="3703349"/>
            <a:ext cx="2139991" cy="28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171717"/>
                </a:solidFill>
                <a:latin typeface="Open Sans"/>
                <a:ea typeface="Open Sans"/>
                <a:cs typeface="Open Sans"/>
                <a:sym typeface="Open Sans"/>
              </a:rPr>
              <a:t>Resumo das Decisões</a:t>
            </a:r>
            <a:endParaRPr/>
          </a:p>
        </p:txBody>
      </p:sp>
      <p:sp>
        <p:nvSpPr>
          <p:cNvPr id="436" name="Google Shape;436;p18"/>
          <p:cNvSpPr txBox="1"/>
          <p:nvPr/>
        </p:nvSpPr>
        <p:spPr>
          <a:xfrm>
            <a:off x="4445051" y="2398424"/>
            <a:ext cx="1037244" cy="28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Resiliência</a:t>
            </a:r>
            <a:endParaRPr/>
          </a:p>
        </p:txBody>
      </p:sp>
      <p:sp>
        <p:nvSpPr>
          <p:cNvPr id="437" name="Google Shape;437;p18"/>
          <p:cNvSpPr txBox="1"/>
          <p:nvPr/>
        </p:nvSpPr>
        <p:spPr>
          <a:xfrm>
            <a:off x="4293699" y="2719245"/>
            <a:ext cx="43405" cy="225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438" name="Google Shape;438;p18"/>
          <p:cNvSpPr txBox="1"/>
          <p:nvPr/>
        </p:nvSpPr>
        <p:spPr>
          <a:xfrm>
            <a:off x="8067970" y="2398424"/>
            <a:ext cx="1581674" cy="28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Ética em Código</a:t>
            </a:r>
            <a:endParaRPr/>
          </a:p>
        </p:txBody>
      </p:sp>
      <p:sp>
        <p:nvSpPr>
          <p:cNvPr id="439" name="Google Shape;439;p18"/>
          <p:cNvSpPr txBox="1"/>
          <p:nvPr/>
        </p:nvSpPr>
        <p:spPr>
          <a:xfrm>
            <a:off x="8448227" y="2719245"/>
            <a:ext cx="43405" cy="225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440" name="Google Shape;440;p18"/>
          <p:cNvSpPr txBox="1"/>
          <p:nvPr/>
        </p:nvSpPr>
        <p:spPr>
          <a:xfrm>
            <a:off x="898331" y="5033820"/>
            <a:ext cx="7487955" cy="225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Comunicação síncrona (WebSocket) para interação pedagógica e assíncrona (filas) para IA pesada</a:t>
            </a:r>
            <a:endParaRPr/>
          </a:p>
        </p:txBody>
      </p:sp>
      <p:sp>
        <p:nvSpPr>
          <p:cNvPr id="441" name="Google Shape;441;p18"/>
          <p:cNvSpPr txBox="1"/>
          <p:nvPr/>
        </p:nvSpPr>
        <p:spPr>
          <a:xfrm>
            <a:off x="898331" y="5738670"/>
            <a:ext cx="7906950" cy="225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Anonimização na ingestão traduz em código o compromisso ético com a dignidade das crianças do IMIP</a:t>
            </a:r>
            <a:endParaRPr/>
          </a:p>
        </p:txBody>
      </p:sp>
      <p:sp>
        <p:nvSpPr>
          <p:cNvPr id="442" name="Google Shape;442;p18"/>
          <p:cNvSpPr txBox="1"/>
          <p:nvPr/>
        </p:nvSpPr>
        <p:spPr>
          <a:xfrm>
            <a:off x="898331" y="4328970"/>
            <a:ext cx="8400631" cy="225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Microsserviços + MVC garantem escalabilidade e separação de responsabilidades com segurança centralizada</a:t>
            </a:r>
            <a:endParaRPr/>
          </a:p>
        </p:txBody>
      </p:sp>
      <p:sp>
        <p:nvSpPr>
          <p:cNvPr id="443" name="Google Shape;443;p18"/>
          <p:cNvSpPr txBox="1"/>
          <p:nvPr/>
        </p:nvSpPr>
        <p:spPr>
          <a:xfrm>
            <a:off x="766224" y="2859167"/>
            <a:ext cx="3241725" cy="653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WebSocket e eventos em tempo real garantem que nenhuma crise emocional passe despercebida </a:t>
            </a:r>
            <a:endParaRPr/>
          </a:p>
        </p:txBody>
      </p:sp>
      <p:sp>
        <p:nvSpPr>
          <p:cNvPr id="444" name="Google Shape;444;p18"/>
          <p:cNvSpPr txBox="1"/>
          <p:nvPr/>
        </p:nvSpPr>
        <p:spPr>
          <a:xfrm>
            <a:off x="4479029" y="2822786"/>
            <a:ext cx="3241725" cy="653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Filas isolam a IA do núcleo sessões continuam offline mesmo com falha de serviço</a:t>
            </a:r>
            <a:endParaRPr/>
          </a:p>
        </p:txBody>
      </p:sp>
      <p:sp>
        <p:nvSpPr>
          <p:cNvPr id="445" name="Google Shape;445;p18"/>
          <p:cNvSpPr txBox="1"/>
          <p:nvPr/>
        </p:nvSpPr>
        <p:spPr>
          <a:xfrm>
            <a:off x="8004128" y="2822786"/>
            <a:ext cx="3241725" cy="653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LGPD e ECA não são apenas política estão implementados na camada de ingestão e no modelo de dados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9"/>
          <p:cNvSpPr txBox="1"/>
          <p:nvPr/>
        </p:nvSpPr>
        <p:spPr>
          <a:xfrm>
            <a:off x="0" y="161441"/>
            <a:ext cx="5298600" cy="6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62">
                <a:solidFill>
                  <a:srgbClr val="171717"/>
                </a:solidFill>
                <a:latin typeface="Open Sans"/>
                <a:ea typeface="Open Sans"/>
                <a:cs typeface="Open Sans"/>
                <a:sym typeface="Open Sans"/>
              </a:rPr>
              <a:t>Exemplo| Autenticação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51" name="Google Shape;4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08588"/>
            <a:ext cx="5876925" cy="490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8100" y="1578646"/>
            <a:ext cx="5531624" cy="527935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19"/>
          <p:cNvSpPr txBox="1"/>
          <p:nvPr/>
        </p:nvSpPr>
        <p:spPr>
          <a:xfrm>
            <a:off x="350650" y="1452300"/>
            <a:ext cx="1192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62">
                <a:solidFill>
                  <a:srgbClr val="171717"/>
                </a:solidFill>
                <a:latin typeface="Open Sans"/>
                <a:ea typeface="Open Sans"/>
                <a:cs typeface="Open Sans"/>
                <a:sym typeface="Open Sans"/>
              </a:rPr>
              <a:t>Aluno</a:t>
            </a:r>
            <a:endParaRPr sz="500">
              <a:solidFill>
                <a:schemeClr val="dk1"/>
              </a:solidFill>
            </a:endParaRPr>
          </a:p>
        </p:txBody>
      </p:sp>
      <p:sp>
        <p:nvSpPr>
          <p:cNvPr id="454" name="Google Shape;454;p19"/>
          <p:cNvSpPr txBox="1"/>
          <p:nvPr/>
        </p:nvSpPr>
        <p:spPr>
          <a:xfrm>
            <a:off x="6675250" y="1459400"/>
            <a:ext cx="16164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62">
                <a:solidFill>
                  <a:srgbClr val="171717"/>
                </a:solidFill>
                <a:latin typeface="Open Sans"/>
                <a:ea typeface="Open Sans"/>
                <a:cs typeface="Open Sans"/>
                <a:sym typeface="Open Sans"/>
              </a:rPr>
              <a:t>Professor</a:t>
            </a:r>
            <a:endParaRPr sz="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20" title="Recording 2026-06-09 172315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9674" y="991251"/>
            <a:ext cx="7516650" cy="5637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20"/>
          <p:cNvSpPr txBox="1"/>
          <p:nvPr/>
        </p:nvSpPr>
        <p:spPr>
          <a:xfrm>
            <a:off x="0" y="161441"/>
            <a:ext cx="5298600" cy="6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62">
                <a:solidFill>
                  <a:srgbClr val="171717"/>
                </a:solidFill>
                <a:latin typeface="Open Sans"/>
                <a:ea typeface="Open Sans"/>
                <a:cs typeface="Open Sans"/>
                <a:sym typeface="Open Sans"/>
              </a:rPr>
              <a:t>Demonstração | Atividade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